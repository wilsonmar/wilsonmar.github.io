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Default Extension="tiff" ContentType="image/tif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1"/>
  </p:notesMasterIdLst>
  <p:sldIdLst>
    <p:sldId id="258" r:id="rId2"/>
    <p:sldId id="670" r:id="rId3"/>
    <p:sldId id="674" r:id="rId4"/>
    <p:sldId id="389" r:id="rId5"/>
    <p:sldId id="675" r:id="rId6"/>
    <p:sldId id="738" r:id="rId7"/>
    <p:sldId id="676" r:id="rId8"/>
    <p:sldId id="266" r:id="rId9"/>
    <p:sldId id="671" r:id="rId10"/>
    <p:sldId id="683" r:id="rId11"/>
    <p:sldId id="673" r:id="rId12"/>
    <p:sldId id="684" r:id="rId13"/>
    <p:sldId id="744" r:id="rId14"/>
    <p:sldId id="588" r:id="rId15"/>
    <p:sldId id="677" r:id="rId16"/>
    <p:sldId id="682" r:id="rId17"/>
    <p:sldId id="681" r:id="rId18"/>
    <p:sldId id="740" r:id="rId19"/>
    <p:sldId id="679" r:id="rId20"/>
    <p:sldId id="680" r:id="rId21"/>
    <p:sldId id="743" r:id="rId22"/>
    <p:sldId id="735" r:id="rId23"/>
    <p:sldId id="734" r:id="rId24"/>
    <p:sldId id="732" r:id="rId25"/>
    <p:sldId id="736" r:id="rId26"/>
    <p:sldId id="741" r:id="rId27"/>
    <p:sldId id="745" r:id="rId28"/>
    <p:sldId id="669" r:id="rId29"/>
    <p:sldId id="672" r:id="rId30"/>
    <p:sldId id="731" r:id="rId31"/>
    <p:sldId id="726" r:id="rId32"/>
    <p:sldId id="737" r:id="rId33"/>
    <p:sldId id="678" r:id="rId34"/>
    <p:sldId id="730" r:id="rId35"/>
    <p:sldId id="727" r:id="rId36"/>
    <p:sldId id="725" r:id="rId37"/>
    <p:sldId id="733" r:id="rId38"/>
    <p:sldId id="739" r:id="rId39"/>
    <p:sldId id="665"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D8E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434"/>
    <p:restoredTop sz="69527"/>
  </p:normalViewPr>
  <p:slideViewPr>
    <p:cSldViewPr snapToGrid="0" snapToObjects="1">
      <p:cViewPr>
        <p:scale>
          <a:sx n="197" d="100"/>
          <a:sy n="197" d="100"/>
        </p:scale>
        <p:origin x="160" y="-239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0906D09-75BC-42CE-974C-925E82237EFB}" type="datetimeFigureOut">
              <a:rPr lang="en-US" smtClean="0"/>
              <a:t>10/16/18</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B4BFB57-1AAC-4CD2-8FD3-7C78521E2E6D}" type="slidenum">
              <a:rPr lang="en-US" smtClean="0"/>
              <a:t>‹#›</a:t>
            </a:fld>
            <a:endParaRPr lang="en-US"/>
          </a:p>
        </p:txBody>
      </p:sp>
    </p:spTree>
    <p:extLst>
      <p:ext uri="{BB962C8B-B14F-4D97-AF65-F5344CB8AC3E}">
        <p14:creationId xmlns:p14="http://schemas.microsoft.com/office/powerpoint/2010/main" val="28210671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Welcome to this course we call "Confident Git" so you can use Git to confidently contribute to open source using techniques and standards that top professional use.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SOUND: Git-v01-01-welcome.m4a</a:t>
            </a:r>
            <a:br>
              <a:rPr lang="en-US" sz="1200" b="0" kern="1200" dirty="0">
                <a:solidFill>
                  <a:schemeClr val="tx1"/>
                </a:solidFill>
                <a:effectLst/>
                <a:latin typeface="+mn-lt"/>
                <a:ea typeface="+mn-ea"/>
                <a:cs typeface="+mn-cs"/>
              </a:rPr>
            </a:br>
            <a:endParaRPr lang="en-US" dirty="0"/>
          </a:p>
        </p:txBody>
      </p:sp>
      <p:sp>
        <p:nvSpPr>
          <p:cNvPr id="4" name="Slide Number Placeholder 3"/>
          <p:cNvSpPr>
            <a:spLocks noGrp="1"/>
          </p:cNvSpPr>
          <p:nvPr>
            <p:ph type="sldNum" sz="quarter" idx="5"/>
          </p:nvPr>
        </p:nvSpPr>
        <p:spPr/>
        <p:txBody>
          <a:bodyPr/>
          <a:lstStyle/>
          <a:p>
            <a:fld id="{7B4BFB57-1AAC-4CD2-8FD3-7C78521E2E6D}" type="slidenum">
              <a:rPr lang="en-US" smtClean="0"/>
              <a:t>1</a:t>
            </a:fld>
            <a:endParaRPr lang="en-US"/>
          </a:p>
        </p:txBody>
      </p:sp>
    </p:spTree>
    <p:extLst>
      <p:ext uri="{BB962C8B-B14F-4D97-AF65-F5344CB8AC3E}">
        <p14:creationId xmlns:p14="http://schemas.microsoft.com/office/powerpoint/2010/main" val="8683572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I'm Wilson Mar. I began working on Git in 2010, and since 2014 have been holding live full-day hands-on tutorials at conferences held at Disneyland and Disneyworld. I improve the course each time I present. </a:t>
            </a:r>
            <a:endParaRPr lang="en-US" dirty="0"/>
          </a:p>
        </p:txBody>
      </p:sp>
      <p:sp>
        <p:nvSpPr>
          <p:cNvPr id="4" name="Slide Number Placeholder 3"/>
          <p:cNvSpPr>
            <a:spLocks noGrp="1"/>
          </p:cNvSpPr>
          <p:nvPr>
            <p:ph type="sldNum" sz="quarter" idx="5"/>
          </p:nvPr>
        </p:nvSpPr>
        <p:spPr/>
        <p:txBody>
          <a:bodyPr/>
          <a:lstStyle/>
          <a:p>
            <a:fld id="{7B4BFB57-1AAC-4CD2-8FD3-7C78521E2E6D}" type="slidenum">
              <a:rPr lang="en-US" smtClean="0"/>
              <a:t>2</a:t>
            </a:fld>
            <a:endParaRPr lang="en-US"/>
          </a:p>
        </p:txBody>
      </p:sp>
    </p:spTree>
    <p:extLst>
      <p:ext uri="{BB962C8B-B14F-4D97-AF65-F5344CB8AC3E}">
        <p14:creationId xmlns:p14="http://schemas.microsoft.com/office/powerpoint/2010/main" val="4994581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5/ Also, I've viewed every video and read every book I can find about Git, GitHub, GitLab, and other repositories.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6/ So, this video is about filling a need others have not filled.</a:t>
            </a:r>
          </a:p>
          <a:p>
            <a:endParaRPr lang="en-US" sz="1200" b="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7B4BFB57-1AAC-4CD2-8FD3-7C78521E2E6D}" type="slidenum">
              <a:rPr lang="en-US" smtClean="0"/>
              <a:t>3</a:t>
            </a:fld>
            <a:endParaRPr lang="en-US"/>
          </a:p>
        </p:txBody>
      </p:sp>
    </p:spTree>
    <p:extLst>
      <p:ext uri="{BB962C8B-B14F-4D97-AF65-F5344CB8AC3E}">
        <p14:creationId xmlns:p14="http://schemas.microsoft.com/office/powerpoint/2010/main" val="10087018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Xxx 06a/ The need for professional training in Git is increasing because Git is becoming a prerequisite to win developer jobs. </a:t>
            </a:r>
          </a:p>
          <a:p>
            <a:r>
              <a:rPr lang="en-US" dirty="0"/>
              <a:t>06b/ These lines are from </a:t>
            </a:r>
            <a:r>
              <a:rPr lang="en-US" baseline="0" dirty="0"/>
              <a:t>a website that analyzes keywords in job postings throughout the internet. The word Git, shown as the orange line at the top, is more and more frequently mentioned than the word DevOps, Jenkins, and Docker.</a:t>
            </a:r>
          </a:p>
          <a:p>
            <a:r>
              <a:rPr lang="en-US" baseline="0" dirty="0"/>
              <a:t>06c/ Skill with Git is key to achieving the "infrastructure as code" movement enterprises need today.</a:t>
            </a:r>
          </a:p>
          <a:p>
            <a:pPr marL="0" marR="0" indent="0" algn="l" defTabSz="342900" rtl="0" eaLnBrk="0" fontAlgn="base" latinLnBrk="0" hangingPunct="0">
              <a:lnSpc>
                <a:spcPct val="100000"/>
              </a:lnSpc>
              <a:spcBef>
                <a:spcPct val="30000"/>
              </a:spcBef>
              <a:spcAft>
                <a:spcPct val="0"/>
              </a:spcAft>
              <a:buClrTx/>
              <a:buSzTx/>
              <a:buFontTx/>
              <a:buNone/>
              <a:tabLst/>
              <a:defRPr/>
            </a:pPr>
            <a:r>
              <a:rPr lang="en-US" sz="900" kern="1200" dirty="0">
                <a:solidFill>
                  <a:schemeClr val="tx1"/>
                </a:solidFill>
                <a:effectLst/>
                <a:latin typeface="+mn-lt"/>
                <a:ea typeface="ＭＳ Ｐゴシック" charset="0"/>
                <a:cs typeface="ＭＳ Ｐゴシック" charset="0"/>
              </a:rPr>
              <a:t>02a-jobs-mentions-foundational.mp3</a:t>
            </a:r>
          </a:p>
          <a:p>
            <a:endParaRPr lang="en-US" dirty="0"/>
          </a:p>
        </p:txBody>
      </p:sp>
      <p:sp>
        <p:nvSpPr>
          <p:cNvPr id="4" name="Slide Number Placeholder 3"/>
          <p:cNvSpPr>
            <a:spLocks noGrp="1"/>
          </p:cNvSpPr>
          <p:nvPr>
            <p:ph type="sldNum" sz="quarter" idx="10"/>
          </p:nvPr>
        </p:nvSpPr>
        <p:spPr/>
        <p:txBody>
          <a:bodyPr/>
          <a:lstStyle/>
          <a:p>
            <a:pPr>
              <a:defRPr/>
            </a:pPr>
            <a:fld id="{631C2E65-C48E-EB49-B8DF-701DB40EA457}" type="slidenum">
              <a:rPr lang="en-US" smtClean="0"/>
              <a:pPr>
                <a:defRPr/>
              </a:pPr>
              <a:t>4</a:t>
            </a:fld>
            <a:endParaRPr lang="en-US"/>
          </a:p>
        </p:txBody>
      </p:sp>
    </p:spTree>
    <p:extLst>
      <p:ext uri="{BB962C8B-B14F-4D97-AF65-F5344CB8AC3E}">
        <p14:creationId xmlns:p14="http://schemas.microsoft.com/office/powerpoint/2010/main" val="9046710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06b/ In this "periodic table" of DevOps tools (from </a:t>
            </a:r>
            <a:r>
              <a:rPr lang="en-US" sz="1200" b="0" kern="1200" dirty="0" err="1">
                <a:solidFill>
                  <a:schemeClr val="tx1"/>
                </a:solidFill>
                <a:effectLst/>
                <a:latin typeface="+mn-lt"/>
                <a:ea typeface="+mn-ea"/>
                <a:cs typeface="+mn-cs"/>
              </a:rPr>
              <a:t>XebiaLabs</a:t>
            </a:r>
            <a:r>
              <a:rPr lang="en-US" sz="1200" b="0" kern="1200" dirty="0">
                <a:solidFill>
                  <a:schemeClr val="tx1"/>
                </a:solidFill>
                <a:effectLst/>
                <a:latin typeface="+mn-lt"/>
                <a:ea typeface="+mn-ea"/>
                <a:cs typeface="+mn-cs"/>
              </a:rPr>
              <a:t>), Git and Git repositories GitHub, </a:t>
            </a:r>
            <a:r>
              <a:rPr lang="en-US" sz="1200" b="0" kern="1200" dirty="0" err="1">
                <a:solidFill>
                  <a:schemeClr val="tx1"/>
                </a:solidFill>
                <a:effectLst/>
                <a:latin typeface="+mn-lt"/>
                <a:ea typeface="+mn-ea"/>
                <a:cs typeface="+mn-cs"/>
              </a:rPr>
              <a:t>BitBucket</a:t>
            </a:r>
            <a:r>
              <a:rPr lang="en-US" sz="1200" b="0" kern="1200" dirty="0">
                <a:solidFill>
                  <a:schemeClr val="tx1"/>
                </a:solidFill>
                <a:effectLst/>
                <a:latin typeface="+mn-lt"/>
                <a:ea typeface="+mn-ea"/>
                <a:cs typeface="+mn-cs"/>
              </a:rPr>
              <a:t>, and GitLab hold the same position as Hydrogen and Lithium in the periodic table of chemical elements.</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NOTE: Alternatives to GitHub include https://</a:t>
            </a:r>
            <a:r>
              <a:rPr lang="en-US" sz="1200" b="0" kern="1200" dirty="0" err="1">
                <a:solidFill>
                  <a:schemeClr val="tx1"/>
                </a:solidFill>
                <a:effectLst/>
                <a:latin typeface="+mn-lt"/>
                <a:ea typeface="+mn-ea"/>
                <a:cs typeface="+mn-cs"/>
              </a:rPr>
              <a:t>osdn.net</a:t>
            </a:r>
            <a:r>
              <a:rPr lang="en-US" sz="1200" b="0" kern="1200" dirty="0">
                <a:solidFill>
                  <a:schemeClr val="tx1"/>
                </a:solidFill>
                <a:effectLst/>
                <a:latin typeface="+mn-lt"/>
                <a:ea typeface="+mn-ea"/>
                <a:cs typeface="+mn-cs"/>
              </a:rPr>
              <a:t>/</a:t>
            </a:r>
          </a:p>
        </p:txBody>
      </p:sp>
      <p:sp>
        <p:nvSpPr>
          <p:cNvPr id="4" name="Slide Number Placeholder 3"/>
          <p:cNvSpPr>
            <a:spLocks noGrp="1"/>
          </p:cNvSpPr>
          <p:nvPr>
            <p:ph type="sldNum" sz="quarter" idx="10"/>
          </p:nvPr>
        </p:nvSpPr>
        <p:spPr/>
        <p:txBody>
          <a:bodyPr/>
          <a:lstStyle/>
          <a:p>
            <a:fld id="{7B4BFB57-1AAC-4CD2-8FD3-7C78521E2E6D}" type="slidenum">
              <a:rPr lang="en-US" smtClean="0"/>
              <a:t>5</a:t>
            </a:fld>
            <a:endParaRPr lang="en-US"/>
          </a:p>
        </p:txBody>
      </p:sp>
    </p:spTree>
    <p:extLst>
      <p:ext uri="{BB962C8B-B14F-4D97-AF65-F5344CB8AC3E}">
        <p14:creationId xmlns:p14="http://schemas.microsoft.com/office/powerpoint/2010/main" val="20153595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The fact that you're viewing this video means that you realize how important</a:t>
            </a:r>
          </a:p>
        </p:txBody>
      </p:sp>
      <p:sp>
        <p:nvSpPr>
          <p:cNvPr id="4" name="Slide Number Placeholder 3"/>
          <p:cNvSpPr>
            <a:spLocks noGrp="1"/>
          </p:cNvSpPr>
          <p:nvPr>
            <p:ph type="sldNum" sz="quarter" idx="10"/>
          </p:nvPr>
        </p:nvSpPr>
        <p:spPr/>
        <p:txBody>
          <a:bodyPr/>
          <a:lstStyle/>
          <a:p>
            <a:fld id="{7B4BFB57-1AAC-4CD2-8FD3-7C78521E2E6D}" type="slidenum">
              <a:rPr lang="en-US" smtClean="0"/>
              <a:t>6</a:t>
            </a:fld>
            <a:endParaRPr lang="en-US"/>
          </a:p>
        </p:txBody>
      </p:sp>
    </p:spTree>
    <p:extLst>
      <p:ext uri="{BB962C8B-B14F-4D97-AF65-F5344CB8AC3E}">
        <p14:creationId xmlns:p14="http://schemas.microsoft.com/office/powerpoint/2010/main" val="11370864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The fact that you're viewing this video means that you realize how important</a:t>
            </a:r>
          </a:p>
        </p:txBody>
      </p:sp>
      <p:sp>
        <p:nvSpPr>
          <p:cNvPr id="4" name="Slide Number Placeholder 3"/>
          <p:cNvSpPr>
            <a:spLocks noGrp="1"/>
          </p:cNvSpPr>
          <p:nvPr>
            <p:ph type="sldNum" sz="quarter" idx="10"/>
          </p:nvPr>
        </p:nvSpPr>
        <p:spPr/>
        <p:txBody>
          <a:bodyPr/>
          <a:lstStyle/>
          <a:p>
            <a:fld id="{7B4BFB57-1AAC-4CD2-8FD3-7C78521E2E6D}" type="slidenum">
              <a:rPr lang="en-US" smtClean="0"/>
              <a:t>7</a:t>
            </a:fld>
            <a:endParaRPr lang="en-US"/>
          </a:p>
        </p:txBody>
      </p:sp>
    </p:spTree>
    <p:extLst>
      <p:ext uri="{BB962C8B-B14F-4D97-AF65-F5344CB8AC3E}">
        <p14:creationId xmlns:p14="http://schemas.microsoft.com/office/powerpoint/2010/main" val="29293418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10/ The objective of this video is that you'll be able to do a </a:t>
            </a:r>
            <a:r>
              <a:rPr lang="en-US" sz="1200" b="1" kern="1200" dirty="0">
                <a:solidFill>
                  <a:schemeClr val="tx1"/>
                </a:solidFill>
                <a:effectLst/>
                <a:latin typeface="+mn-lt"/>
                <a:ea typeface="+mn-ea"/>
                <a:cs typeface="+mn-cs"/>
              </a:rPr>
              <a:t>round-trip update</a:t>
            </a:r>
            <a:r>
              <a:rPr lang="en-US" sz="1200" b="0" kern="1200" dirty="0">
                <a:solidFill>
                  <a:schemeClr val="tx1"/>
                </a:solidFill>
                <a:effectLst/>
                <a:latin typeface="+mn-lt"/>
                <a:ea typeface="+mn-ea"/>
                <a:cs typeface="+mn-cs"/>
              </a:rPr>
              <a:t> of an open-source repository you don't own. 11/ This means we work on the internet </a:t>
            </a:r>
            <a:r>
              <a:rPr lang="en-US" sz="1200" b="1" kern="1200" dirty="0">
                <a:solidFill>
                  <a:schemeClr val="tx1"/>
                </a:solidFill>
                <a:effectLst/>
                <a:latin typeface="+mn-lt"/>
                <a:ea typeface="+mn-ea"/>
                <a:cs typeface="+mn-cs"/>
              </a:rPr>
              <a:t>cloud</a:t>
            </a:r>
            <a:r>
              <a:rPr lang="en-US" sz="1200" b="0" kern="1200" dirty="0">
                <a:solidFill>
                  <a:schemeClr val="tx1"/>
                </a:solidFill>
                <a:effectLst/>
                <a:latin typeface="+mn-lt"/>
                <a:ea typeface="+mn-ea"/>
                <a:cs typeface="+mn-cs"/>
              </a:rPr>
              <a:t> where there is a </a:t>
            </a:r>
            <a:r>
              <a:rPr lang="en-US" sz="1200" b="1" kern="1200" dirty="0">
                <a:solidFill>
                  <a:schemeClr val="tx1"/>
                </a:solidFill>
                <a:effectLst/>
                <a:latin typeface="+mn-lt"/>
                <a:ea typeface="+mn-ea"/>
                <a:cs typeface="+mn-cs"/>
              </a:rPr>
              <a:t>repository</a:t>
            </a:r>
            <a:r>
              <a:rPr lang="en-US" sz="1200" b="0" kern="1200" dirty="0">
                <a:solidFill>
                  <a:schemeClr val="tx1"/>
                </a:solidFill>
                <a:effectLst/>
                <a:latin typeface="+mn-lt"/>
                <a:ea typeface="+mn-ea"/>
                <a:cs typeface="+mn-cs"/>
              </a:rPr>
              <a:t> you have </a:t>
            </a:r>
            <a:r>
              <a:rPr lang="en-US" sz="1200" b="1" kern="1200" dirty="0">
                <a:solidFill>
                  <a:schemeClr val="tx1"/>
                </a:solidFill>
                <a:effectLst/>
                <a:latin typeface="+mn-lt"/>
                <a:ea typeface="+mn-ea"/>
                <a:cs typeface="+mn-cs"/>
              </a:rPr>
              <a:t>no right</a:t>
            </a:r>
            <a:r>
              <a:rPr lang="en-US" sz="1200" b="0" kern="1200" dirty="0">
                <a:solidFill>
                  <a:schemeClr val="tx1"/>
                </a:solidFill>
                <a:effectLst/>
                <a:latin typeface="+mn-lt"/>
                <a:ea typeface="+mn-ea"/>
                <a:cs typeface="+mn-cs"/>
              </a:rPr>
              <a:t> to update. 12/ We call that an "</a:t>
            </a:r>
            <a:r>
              <a:rPr lang="en-US" sz="1200" b="1" kern="1200" dirty="0">
                <a:solidFill>
                  <a:schemeClr val="tx1"/>
                </a:solidFill>
                <a:effectLst/>
                <a:latin typeface="+mn-lt"/>
                <a:ea typeface="+mn-ea"/>
                <a:cs typeface="+mn-cs"/>
              </a:rPr>
              <a:t>upstream</a:t>
            </a:r>
            <a:r>
              <a:rPr lang="en-US" sz="1200" b="0" kern="1200" dirty="0">
                <a:solidFill>
                  <a:schemeClr val="tx1"/>
                </a:solidFill>
                <a:effectLst/>
                <a:latin typeface="+mn-lt"/>
                <a:ea typeface="+mn-ea"/>
                <a:cs typeface="+mn-cs"/>
              </a:rPr>
              <a:t>" remote. 13/ This course shows how to fork the contents of that repo (and all its history) to a repository you do </a:t>
            </a:r>
            <a:r>
              <a:rPr lang="en-US" sz="1200" b="1" kern="1200" dirty="0">
                <a:solidFill>
                  <a:schemeClr val="tx1"/>
                </a:solidFill>
                <a:effectLst/>
                <a:latin typeface="+mn-lt"/>
                <a:ea typeface="+mn-ea"/>
                <a:cs typeface="+mn-cs"/>
              </a:rPr>
              <a:t>have a right</a:t>
            </a:r>
            <a:r>
              <a:rPr lang="en-US" sz="1200" b="0" kern="1200" dirty="0">
                <a:solidFill>
                  <a:schemeClr val="tx1"/>
                </a:solidFill>
                <a:effectLst/>
                <a:latin typeface="+mn-lt"/>
                <a:ea typeface="+mn-ea"/>
                <a:cs typeface="+mn-cs"/>
              </a:rPr>
              <a:t> to update. 14/ You'll install a Git client so your can </a:t>
            </a:r>
            <a:r>
              <a:rPr lang="en-US" sz="1200" b="1" kern="1200" dirty="0">
                <a:solidFill>
                  <a:schemeClr val="tx1"/>
                </a:solidFill>
                <a:effectLst/>
                <a:latin typeface="+mn-lt"/>
                <a:ea typeface="+mn-ea"/>
                <a:cs typeface="+mn-cs"/>
              </a:rPr>
              <a:t>clone</a:t>
            </a:r>
            <a:r>
              <a:rPr lang="en-US" sz="1200" b="0" kern="1200" dirty="0">
                <a:solidFill>
                  <a:schemeClr val="tx1"/>
                </a:solidFill>
                <a:effectLst/>
                <a:latin typeface="+mn-lt"/>
                <a:ea typeface="+mn-ea"/>
                <a:cs typeface="+mn-cs"/>
              </a:rPr>
              <a:t> the whole thing onto your laptop and work with it anywhere. 15/ When you edits look good, push those changes to your repo. 16/ You can then request the owner of the upstream repo to pull your changes in. 17/ When your changes are merged into the upstream, your get listed as a contributor.</a:t>
            </a:r>
          </a:p>
          <a:p>
            <a:r>
              <a:rPr lang="en-US" sz="1200" b="0" kern="1200" dirty="0">
                <a:solidFill>
                  <a:schemeClr val="tx1"/>
                </a:solidFill>
                <a:effectLst/>
                <a:latin typeface="+mn-lt"/>
                <a:ea typeface="+mn-ea"/>
                <a:cs typeface="+mn-cs"/>
              </a:rPr>
              <a:t>18/ Few other </a:t>
            </a:r>
            <a:r>
              <a:rPr lang="en-US" sz="1200" b="0" kern="1200" dirty="0" err="1">
                <a:solidFill>
                  <a:schemeClr val="tx1"/>
                </a:solidFill>
                <a:effectLst/>
                <a:latin typeface="+mn-lt"/>
                <a:ea typeface="+mn-ea"/>
                <a:cs typeface="+mn-cs"/>
              </a:rPr>
              <a:t>totorials</a:t>
            </a:r>
            <a:r>
              <a:rPr lang="en-US" sz="1200" b="0" kern="1200" dirty="0">
                <a:solidFill>
                  <a:schemeClr val="tx1"/>
                </a:solidFill>
                <a:effectLst/>
                <a:latin typeface="+mn-lt"/>
                <a:ea typeface="+mn-ea"/>
                <a:cs typeface="+mn-cs"/>
              </a:rPr>
              <a:t> describe how to retrieve </a:t>
            </a:r>
            <a:r>
              <a:rPr lang="en-US" sz="1200" b="1" kern="1200" dirty="0">
                <a:solidFill>
                  <a:schemeClr val="tx1"/>
                </a:solidFill>
                <a:effectLst/>
                <a:latin typeface="+mn-lt"/>
                <a:ea typeface="+mn-ea"/>
                <a:cs typeface="+mn-cs"/>
              </a:rPr>
              <a:t>edits</a:t>
            </a:r>
            <a:r>
              <a:rPr lang="en-US" sz="1200" b="0" kern="1200" dirty="0">
                <a:solidFill>
                  <a:schemeClr val="tx1"/>
                </a:solidFill>
                <a:effectLst/>
                <a:latin typeface="+mn-lt"/>
                <a:ea typeface="+mn-ea"/>
                <a:cs typeface="+mn-cs"/>
              </a:rPr>
              <a:t> made over time in those upstream repos. 19/ But here you'll learn how to </a:t>
            </a:r>
            <a:r>
              <a:rPr lang="en-US" sz="1200" b="1" kern="1200" dirty="0">
                <a:solidFill>
                  <a:schemeClr val="tx1"/>
                </a:solidFill>
                <a:effectLst/>
                <a:latin typeface="+mn-lt"/>
                <a:ea typeface="+mn-ea"/>
                <a:cs typeface="+mn-cs"/>
              </a:rPr>
              <a:t>fetch</a:t>
            </a:r>
            <a:r>
              <a:rPr lang="en-US" sz="1200" b="0" kern="1200" dirty="0">
                <a:solidFill>
                  <a:schemeClr val="tx1"/>
                </a:solidFill>
                <a:effectLst/>
                <a:latin typeface="+mn-lt"/>
                <a:ea typeface="+mn-ea"/>
                <a:cs typeface="+mn-cs"/>
              </a:rPr>
              <a:t> those changes, then keep your copy in the cloud </a:t>
            </a:r>
            <a:r>
              <a:rPr lang="en-US" sz="1200" b="1" kern="1200" dirty="0">
                <a:solidFill>
                  <a:schemeClr val="tx1"/>
                </a:solidFill>
                <a:effectLst/>
                <a:latin typeface="+mn-lt"/>
                <a:ea typeface="+mn-ea"/>
                <a:cs typeface="+mn-cs"/>
              </a:rPr>
              <a:t>updated</a:t>
            </a:r>
            <a:r>
              <a:rPr lang="en-US" sz="1200" b="0" kern="1200" dirty="0">
                <a:solidFill>
                  <a:schemeClr val="tx1"/>
                </a:solidFill>
                <a:effectLst/>
                <a:latin typeface="+mn-lt"/>
                <a:ea typeface="+mn-ea"/>
                <a:cs typeface="+mn-cs"/>
              </a:rPr>
              <a:t>. 20/ That's the round-trip I'm talking about to keep repos synced.</a:t>
            </a:r>
          </a:p>
          <a:p>
            <a:r>
              <a:rPr lang="en-US" sz="1200" b="0" kern="1200" dirty="0">
                <a:solidFill>
                  <a:schemeClr val="tx1"/>
                </a:solidFill>
                <a:effectLst/>
                <a:latin typeface="+mn-lt"/>
                <a:ea typeface="+mn-ea"/>
                <a:cs typeface="+mn-cs"/>
              </a:rPr>
              <a:t>But that's now all.</a:t>
            </a:r>
          </a:p>
        </p:txBody>
      </p:sp>
      <p:sp>
        <p:nvSpPr>
          <p:cNvPr id="4" name="Slide Number Placeholder 3"/>
          <p:cNvSpPr>
            <a:spLocks noGrp="1"/>
          </p:cNvSpPr>
          <p:nvPr>
            <p:ph type="sldNum" sz="quarter" idx="10"/>
          </p:nvPr>
        </p:nvSpPr>
        <p:spPr/>
        <p:txBody>
          <a:bodyPr/>
          <a:lstStyle/>
          <a:p>
            <a:fld id="{7B4BFB57-1AAC-4CD2-8FD3-7C78521E2E6D}" type="slidenum">
              <a:rPr lang="en-US" smtClean="0"/>
              <a:t>8</a:t>
            </a:fld>
            <a:endParaRPr lang="en-US"/>
          </a:p>
        </p:txBody>
      </p:sp>
    </p:spTree>
    <p:extLst>
      <p:ext uri="{BB962C8B-B14F-4D97-AF65-F5344CB8AC3E}">
        <p14:creationId xmlns:p14="http://schemas.microsoft.com/office/powerpoint/2010/main" val="41642643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21/ In this tutorial, we also learn how to </a:t>
            </a:r>
            <a:r>
              <a:rPr lang="en-US" sz="1200" b="1" kern="1200" dirty="0">
                <a:solidFill>
                  <a:schemeClr val="tx1"/>
                </a:solidFill>
                <a:effectLst/>
                <a:latin typeface="+mn-lt"/>
                <a:ea typeface="+mn-ea"/>
                <a:cs typeface="+mn-cs"/>
              </a:rPr>
              <a:t>recover</a:t>
            </a:r>
            <a:r>
              <a:rPr lang="en-US" sz="1200" b="0" kern="1200" dirty="0">
                <a:solidFill>
                  <a:schemeClr val="tx1"/>
                </a:solidFill>
                <a:effectLst/>
                <a:latin typeface="+mn-lt"/>
                <a:ea typeface="+mn-ea"/>
                <a:cs typeface="+mn-cs"/>
              </a:rPr>
              <a:t> from mistakes </a:t>
            </a:r>
            <a:r>
              <a:rPr lang="en-US" sz="1200" b="1" kern="1200" dirty="0">
                <a:solidFill>
                  <a:schemeClr val="tx1"/>
                </a:solidFill>
                <a:effectLst/>
                <a:latin typeface="+mn-lt"/>
                <a:ea typeface="+mn-ea"/>
                <a:cs typeface="+mn-cs"/>
              </a:rPr>
              <a:t>right after</a:t>
            </a:r>
            <a:r>
              <a:rPr lang="en-US" sz="1200" b="0" kern="1200" dirty="0">
                <a:solidFill>
                  <a:schemeClr val="tx1"/>
                </a:solidFill>
                <a:effectLst/>
                <a:latin typeface="+mn-lt"/>
                <a:ea typeface="+mn-ea"/>
                <a:cs typeface="+mn-cs"/>
              </a:rPr>
              <a:t> we try each command.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22/ This means we often use commands to verify status after key steps.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23/ Verification steps are part of </a:t>
            </a:r>
            <a:r>
              <a:rPr lang="en-US" sz="1200" b="1" kern="1200" dirty="0">
                <a:solidFill>
                  <a:schemeClr val="tx1"/>
                </a:solidFill>
                <a:effectLst/>
                <a:latin typeface="+mn-lt"/>
                <a:ea typeface="+mn-ea"/>
                <a:cs typeface="+mn-cs"/>
              </a:rPr>
              <a:t>bash scripts</a:t>
            </a:r>
            <a:r>
              <a:rPr lang="en-US" sz="1200" b="0" kern="1200" dirty="0">
                <a:solidFill>
                  <a:schemeClr val="tx1"/>
                </a:solidFill>
                <a:effectLst/>
                <a:latin typeface="+mn-lt"/>
                <a:ea typeface="+mn-ea"/>
                <a:cs typeface="+mn-cs"/>
              </a:rPr>
              <a:t> I've created so that you can tell, on your own, whether you're typed incorrectly or whether there's some issue with the system. 24/ Having a script means you can change something to see how it affects the whole workflow. 25/ The scripts are a very unique aspect that I haven't seen elsewhere.</a:t>
            </a:r>
          </a:p>
          <a:p>
            <a:r>
              <a:rPr lang="en-US" sz="1200" b="0" kern="1200" dirty="0">
                <a:solidFill>
                  <a:schemeClr val="tx1"/>
                </a:solidFill>
                <a:effectLst/>
                <a:latin typeface="+mn-lt"/>
                <a:ea typeface="+mn-ea"/>
                <a:cs typeface="+mn-cs"/>
              </a:rPr>
              <a:t>26/ Another special aspect of this course are the keyboard shortcuts pros use to boost their efficiency.</a:t>
            </a:r>
          </a:p>
          <a:p>
            <a:r>
              <a:rPr lang="en-US" sz="1200" b="0" kern="1200" dirty="0">
                <a:solidFill>
                  <a:schemeClr val="tx1"/>
                </a:solidFill>
                <a:effectLst/>
                <a:latin typeface="+mn-lt"/>
                <a:ea typeface="+mn-ea"/>
                <a:cs typeface="+mn-cs"/>
              </a:rPr>
              <a:t>Xxx&gt; 27/ At the end of each segment we </a:t>
            </a:r>
            <a:r>
              <a:rPr lang="en-US" sz="1200" b="1" kern="1200" dirty="0">
                <a:solidFill>
                  <a:schemeClr val="tx1"/>
                </a:solidFill>
                <a:effectLst/>
                <a:latin typeface="+mn-lt"/>
                <a:ea typeface="+mn-ea"/>
                <a:cs typeface="+mn-cs"/>
              </a:rPr>
              <a:t>review</a:t>
            </a:r>
            <a:r>
              <a:rPr lang="en-US" sz="1200" b="0" kern="1200" dirty="0">
                <a:solidFill>
                  <a:schemeClr val="tx1"/>
                </a:solidFill>
                <a:effectLst/>
                <a:latin typeface="+mn-lt"/>
                <a:ea typeface="+mn-ea"/>
                <a:cs typeface="+mn-cs"/>
              </a:rPr>
              <a:t> key learnings to make sure you have mastered each skill.</a:t>
            </a:r>
          </a:p>
          <a:p>
            <a:r>
              <a:rPr lang="en-US" sz="1200" b="0" kern="1200" dirty="0">
                <a:solidFill>
                  <a:schemeClr val="tx1"/>
                </a:solidFill>
                <a:effectLst/>
                <a:latin typeface="+mn-lt"/>
                <a:ea typeface="+mn-ea"/>
                <a:cs typeface="+mn-cs"/>
              </a:rPr>
              <a:t>28/ Now here's our first review: Among all these, what do you think will be the most helpful aspect of this course to you? &lt;xxx</a:t>
            </a:r>
          </a:p>
          <a:p>
            <a:r>
              <a:rPr lang="en-US" sz="1200" b="0" kern="1200" dirty="0">
                <a:solidFill>
                  <a:schemeClr val="tx1"/>
                </a:solidFill>
                <a:effectLst/>
                <a:latin typeface="+mn-lt"/>
                <a:ea typeface="+mn-ea"/>
                <a:cs typeface="+mn-cs"/>
              </a:rPr>
              <a:t>NEXT: Let's first learn the basic actions using a Git client.</a:t>
            </a:r>
          </a:p>
        </p:txBody>
      </p:sp>
      <p:sp>
        <p:nvSpPr>
          <p:cNvPr id="4" name="Slide Number Placeholder 3"/>
          <p:cNvSpPr>
            <a:spLocks noGrp="1"/>
          </p:cNvSpPr>
          <p:nvPr>
            <p:ph type="sldNum" sz="quarter" idx="10"/>
          </p:nvPr>
        </p:nvSpPr>
        <p:spPr/>
        <p:txBody>
          <a:bodyPr/>
          <a:lstStyle/>
          <a:p>
            <a:fld id="{7B4BFB57-1AAC-4CD2-8FD3-7C78521E2E6D}" type="slidenum">
              <a:rPr lang="en-US" smtClean="0"/>
              <a:t>9</a:t>
            </a:fld>
            <a:endParaRPr lang="en-US"/>
          </a:p>
        </p:txBody>
      </p:sp>
    </p:spTree>
    <p:extLst>
      <p:ext uri="{BB962C8B-B14F-4D97-AF65-F5344CB8AC3E}">
        <p14:creationId xmlns:p14="http://schemas.microsoft.com/office/powerpoint/2010/main" val="16771000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7B4BFB57-1AAC-4CD2-8FD3-7C78521E2E6D}" type="slidenum">
              <a:rPr lang="en-US" smtClean="0"/>
              <a:t>10</a:t>
            </a:fld>
            <a:endParaRPr lang="en-US"/>
          </a:p>
        </p:txBody>
      </p:sp>
    </p:spTree>
    <p:extLst>
      <p:ext uri="{BB962C8B-B14F-4D97-AF65-F5344CB8AC3E}">
        <p14:creationId xmlns:p14="http://schemas.microsoft.com/office/powerpoint/2010/main" val="30220502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7B4BFB57-1AAC-4CD2-8FD3-7C78521E2E6D}" type="slidenum">
              <a:rPr lang="en-US" smtClean="0"/>
              <a:t>11</a:t>
            </a:fld>
            <a:endParaRPr lang="en-US"/>
          </a:p>
        </p:txBody>
      </p:sp>
    </p:spTree>
    <p:extLst>
      <p:ext uri="{BB962C8B-B14F-4D97-AF65-F5344CB8AC3E}">
        <p14:creationId xmlns:p14="http://schemas.microsoft.com/office/powerpoint/2010/main" val="34938632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7B4BFB57-1AAC-4CD2-8FD3-7C78521E2E6D}" type="slidenum">
              <a:rPr lang="en-US" smtClean="0"/>
              <a:t>12</a:t>
            </a:fld>
            <a:endParaRPr lang="en-US"/>
          </a:p>
        </p:txBody>
      </p:sp>
    </p:spTree>
    <p:extLst>
      <p:ext uri="{BB962C8B-B14F-4D97-AF65-F5344CB8AC3E}">
        <p14:creationId xmlns:p14="http://schemas.microsoft.com/office/powerpoint/2010/main" val="28650913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B4BFB57-1AAC-4CD2-8FD3-7C78521E2E6D}" type="slidenum">
              <a:rPr lang="en-US" smtClean="0"/>
              <a:t>13</a:t>
            </a:fld>
            <a:endParaRPr lang="en-US"/>
          </a:p>
        </p:txBody>
      </p:sp>
    </p:spTree>
    <p:extLst>
      <p:ext uri="{BB962C8B-B14F-4D97-AF65-F5344CB8AC3E}">
        <p14:creationId xmlns:p14="http://schemas.microsoft.com/office/powerpoint/2010/main" val="18158579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&gt;&gt;&gt; 02-git-vs-github-01-clarify.mp3</a:t>
            </a:r>
          </a:p>
          <a:p>
            <a:r>
              <a:rPr lang="en-US" dirty="0"/>
              <a:t>01/ Let's clarify the terms "Git" </a:t>
            </a:r>
            <a:r>
              <a:rPr lang="en-US" baseline="0" dirty="0"/>
              <a:t>vs. GitHub, GitLab, BitBucket and other offerings, which are web </a:t>
            </a:r>
            <a:r>
              <a:rPr lang="en-US" b="1" baseline="0" dirty="0"/>
              <a:t>service</a:t>
            </a:r>
            <a:r>
              <a:rPr lang="en-US" baseline="0" dirty="0"/>
              <a:t> software accessed over the internet as what is called "Software as a Service" (SaaS). </a:t>
            </a:r>
          </a:p>
          <a:p>
            <a:r>
              <a:rPr lang="en-US" dirty="0"/>
              <a:t>02/ The term "Git" is about a </a:t>
            </a:r>
            <a:r>
              <a:rPr lang="en-US" baseline="0" dirty="0"/>
              <a:t>distributed version control </a:t>
            </a:r>
            <a:r>
              <a:rPr lang="en-US" b="1" baseline="0" dirty="0"/>
              <a:t>repository</a:t>
            </a:r>
            <a:r>
              <a:rPr lang="en-US" baseline="0" dirty="0"/>
              <a:t> format designed by Linus Torvalds, who also invented Linux. </a:t>
            </a:r>
          </a:p>
          <a:p>
            <a:r>
              <a:rPr lang="en-US" baseline="0" dirty="0"/>
              <a:t>04/ The design was turned over to the non-profit Software Freedom Conservancy. This open-source approach i</a:t>
            </a:r>
            <a:r>
              <a:rPr lang="en-US" b="0" baseline="0" dirty="0"/>
              <a:t>s what makes it possible for different companies to add their own unique </a:t>
            </a:r>
            <a:r>
              <a:rPr lang="en-US" b="1" baseline="0" dirty="0"/>
              <a:t>features</a:t>
            </a:r>
            <a:r>
              <a:rPr lang="en-US" b="0" baseline="0" dirty="0"/>
              <a:t>. </a:t>
            </a:r>
          </a:p>
          <a:p>
            <a:r>
              <a:rPr lang="en-US" b="0" baseline="0" dirty="0"/>
              <a:t>06/ So Git technology is used in both client and server software. </a:t>
            </a:r>
          </a:p>
          <a:p>
            <a:r>
              <a:rPr lang="en-US" b="0" baseline="0" dirty="0"/>
              <a:t>07/ A choice of</a:t>
            </a:r>
            <a:r>
              <a:rPr lang="en-US" baseline="0" dirty="0"/>
              <a:t> different GUI clients have been developed.</a:t>
            </a:r>
            <a:endParaRPr lang="en-US" b="0" baseline="0" dirty="0"/>
          </a:p>
          <a:p>
            <a:pPr marL="0" marR="0" indent="0" algn="l" defTabSz="342900" rtl="0" eaLnBrk="0" fontAlgn="base" latinLnBrk="0" hangingPunct="0">
              <a:lnSpc>
                <a:spcPct val="100000"/>
              </a:lnSpc>
              <a:spcBef>
                <a:spcPct val="30000"/>
              </a:spcBef>
              <a:spcAft>
                <a:spcPct val="0"/>
              </a:spcAft>
              <a:buClrTx/>
              <a:buSzTx/>
              <a:buFontTx/>
              <a:buNone/>
              <a:tabLst/>
              <a:defRPr/>
            </a:pPr>
            <a:endParaRPr lang="en-US" baseline="0" dirty="0"/>
          </a:p>
          <a:p>
            <a:pPr marL="0" marR="0" indent="0" algn="l" defTabSz="342900" rtl="0" eaLnBrk="0" fontAlgn="base" latinLnBrk="0" hangingPunct="0">
              <a:lnSpc>
                <a:spcPct val="100000"/>
              </a:lnSpc>
              <a:spcBef>
                <a:spcPct val="30000"/>
              </a:spcBef>
              <a:spcAft>
                <a:spcPct val="0"/>
              </a:spcAft>
              <a:buClrTx/>
              <a:buSzTx/>
              <a:buFontTx/>
              <a:buNone/>
              <a:tabLst/>
              <a:defRPr/>
            </a:pPr>
            <a:endParaRPr lang="en-US" baseline="0" dirty="0"/>
          </a:p>
          <a:p>
            <a:pPr marL="0" marR="0" indent="0" algn="l" defTabSz="342900" rtl="0" eaLnBrk="0" fontAlgn="base" latinLnBrk="0" hangingPunct="0">
              <a:lnSpc>
                <a:spcPct val="100000"/>
              </a:lnSpc>
              <a:spcBef>
                <a:spcPct val="30000"/>
              </a:spcBef>
              <a:spcAft>
                <a:spcPct val="0"/>
              </a:spcAft>
              <a:buClrTx/>
              <a:buSzTx/>
              <a:buFontTx/>
              <a:buNone/>
              <a:tabLst/>
              <a:defRPr/>
            </a:pPr>
            <a:endParaRPr lang="en-US" baseline="0" dirty="0"/>
          </a:p>
          <a:p>
            <a:pPr marL="0" marR="0" indent="0" algn="l" defTabSz="342900" rtl="0" eaLnBrk="0" fontAlgn="base" latinLnBrk="0" hangingPunct="0">
              <a:lnSpc>
                <a:spcPct val="100000"/>
              </a:lnSpc>
              <a:spcBef>
                <a:spcPct val="30000"/>
              </a:spcBef>
              <a:spcAft>
                <a:spcPct val="0"/>
              </a:spcAft>
              <a:buClrTx/>
              <a:buSzTx/>
              <a:buFontTx/>
              <a:buNone/>
              <a:tabLst/>
              <a:defRPr/>
            </a:pPr>
            <a:r>
              <a:rPr lang="en-US" baseline="0" dirty="0"/>
              <a:t>07a-git-vs-github.mp3</a:t>
            </a:r>
          </a:p>
          <a:p>
            <a:pPr marL="0" marR="0" indent="0" algn="l" defTabSz="342900" rtl="0" eaLnBrk="0" fontAlgn="base" latinLnBrk="0" hangingPunct="0">
              <a:lnSpc>
                <a:spcPct val="100000"/>
              </a:lnSpc>
              <a:spcBef>
                <a:spcPct val="30000"/>
              </a:spcBef>
              <a:spcAft>
                <a:spcPct val="0"/>
              </a:spcAft>
              <a:buClrTx/>
              <a:buSzTx/>
              <a:buFontTx/>
              <a:buNone/>
              <a:tabLst/>
              <a:defRPr/>
            </a:pPr>
            <a:endParaRPr lang="en-US" baseline="0" dirty="0"/>
          </a:p>
          <a:p>
            <a:pPr marL="0" marR="0" indent="0" algn="l" defTabSz="342900" rtl="0" eaLnBrk="0" fontAlgn="base" latinLnBrk="0" hangingPunct="0">
              <a:lnSpc>
                <a:spcPct val="100000"/>
              </a:lnSpc>
              <a:spcBef>
                <a:spcPct val="30000"/>
              </a:spcBef>
              <a:spcAft>
                <a:spcPct val="0"/>
              </a:spcAft>
              <a:buClrTx/>
              <a:buSzTx/>
              <a:buFontTx/>
              <a:buNone/>
              <a:tabLst/>
              <a:defRPr/>
            </a:pPr>
            <a:r>
              <a:rPr lang="en-US" sz="900" b="0" i="0" kern="1200" dirty="0">
                <a:solidFill>
                  <a:schemeClr val="tx1"/>
                </a:solidFill>
                <a:effectLst/>
                <a:latin typeface="+mn-lt"/>
                <a:ea typeface="ＭＳ Ｐゴシック" charset="0"/>
                <a:cs typeface="ＭＳ Ｐゴシック" charset="0"/>
              </a:rPr>
              <a:t>https://</a:t>
            </a:r>
            <a:r>
              <a:rPr lang="en-US" sz="900" b="0" i="0" kern="1200" dirty="0" err="1">
                <a:solidFill>
                  <a:schemeClr val="tx1"/>
                </a:solidFill>
                <a:effectLst/>
                <a:latin typeface="+mn-lt"/>
                <a:ea typeface="ＭＳ Ｐゴシック" charset="0"/>
                <a:cs typeface="ＭＳ Ｐゴシック" charset="0"/>
              </a:rPr>
              <a:t>sfconservancy.org</a:t>
            </a:r>
            <a:r>
              <a:rPr lang="en-US" sz="900" b="0" i="0" kern="1200" dirty="0">
                <a:solidFill>
                  <a:schemeClr val="tx1"/>
                </a:solidFill>
                <a:effectLst/>
                <a:latin typeface="+mn-lt"/>
                <a:ea typeface="ＭＳ Ｐゴシック" charset="0"/>
                <a:cs typeface="ＭＳ Ｐゴシック" charset="0"/>
              </a:rPr>
              <a:t>/projects/current/</a:t>
            </a:r>
          </a:p>
          <a:p>
            <a:pPr marL="0" marR="0" indent="0" algn="l" defTabSz="342900" rtl="0" eaLnBrk="0" fontAlgn="base" latinLnBrk="0" hangingPunct="0">
              <a:lnSpc>
                <a:spcPct val="100000"/>
              </a:lnSpc>
              <a:spcBef>
                <a:spcPct val="30000"/>
              </a:spcBef>
              <a:spcAft>
                <a:spcPct val="0"/>
              </a:spcAft>
              <a:buClrTx/>
              <a:buSzTx/>
              <a:buFontTx/>
              <a:buNone/>
              <a:tabLst/>
              <a:defRPr/>
            </a:pPr>
            <a:r>
              <a:rPr lang="en-US" baseline="0" dirty="0"/>
              <a:t>07c-git-trademark.mp3</a:t>
            </a:r>
          </a:p>
          <a:p>
            <a:pPr marL="0" marR="0" indent="0" algn="l" defTabSz="342900" rtl="0" eaLnBrk="0" fontAlgn="base" latinLnBrk="0" hangingPunct="0">
              <a:lnSpc>
                <a:spcPct val="100000"/>
              </a:lnSpc>
              <a:spcBef>
                <a:spcPct val="30000"/>
              </a:spcBef>
              <a:spcAft>
                <a:spcPct val="0"/>
              </a:spcAft>
              <a:buClrTx/>
              <a:buSzTx/>
              <a:buFontTx/>
              <a:buNone/>
              <a:tabLst/>
              <a:defRPr/>
            </a:pPr>
            <a:endParaRPr lang="en-US" baseline="0" dirty="0"/>
          </a:p>
          <a:p>
            <a:pPr marL="0" marR="0" indent="0" algn="l" defTabSz="342900" rtl="0" eaLnBrk="0" fontAlgn="base" latinLnBrk="0" hangingPunct="0">
              <a:lnSpc>
                <a:spcPct val="100000"/>
              </a:lnSpc>
              <a:spcBef>
                <a:spcPct val="30000"/>
              </a:spcBef>
              <a:spcAft>
                <a:spcPct val="0"/>
              </a:spcAft>
              <a:buClrTx/>
              <a:buSzTx/>
              <a:buFontTx/>
              <a:buNone/>
              <a:tabLst/>
              <a:defRPr/>
            </a:pPr>
            <a:endParaRPr lang="en-US" sz="900" b="0" i="0" kern="1200" baseline="0" dirty="0">
              <a:solidFill>
                <a:schemeClr val="tx1"/>
              </a:solidFill>
              <a:effectLst/>
              <a:latin typeface="+mn-lt"/>
              <a:ea typeface="ＭＳ Ｐゴシック" charset="0"/>
              <a:cs typeface="ＭＳ Ｐゴシック" charset="0"/>
            </a:endParaRPr>
          </a:p>
          <a:p>
            <a:pPr marL="0" marR="0" indent="0" algn="l" defTabSz="342900" rtl="0" eaLnBrk="0" fontAlgn="base" latinLnBrk="0" hangingPunct="0">
              <a:lnSpc>
                <a:spcPct val="100000"/>
              </a:lnSpc>
              <a:spcBef>
                <a:spcPct val="30000"/>
              </a:spcBef>
              <a:spcAft>
                <a:spcPct val="0"/>
              </a:spcAft>
              <a:buClrTx/>
              <a:buSzTx/>
              <a:buFontTx/>
              <a:buNone/>
              <a:tabLst/>
              <a:defRPr/>
            </a:pPr>
            <a:r>
              <a:rPr lang="en-US" baseline="0" dirty="0"/>
              <a:t>https://</a:t>
            </a:r>
            <a:r>
              <a:rPr lang="en-US" baseline="0" dirty="0" err="1"/>
              <a:t>github.com</a:t>
            </a:r>
            <a:r>
              <a:rPr lang="en-US" baseline="0" dirty="0"/>
              <a:t>/logos</a:t>
            </a:r>
          </a:p>
        </p:txBody>
      </p:sp>
      <p:sp>
        <p:nvSpPr>
          <p:cNvPr id="4" name="Slide Number Placeholder 3"/>
          <p:cNvSpPr>
            <a:spLocks noGrp="1"/>
          </p:cNvSpPr>
          <p:nvPr>
            <p:ph type="sldNum" sz="quarter" idx="10"/>
          </p:nvPr>
        </p:nvSpPr>
        <p:spPr/>
        <p:txBody>
          <a:bodyPr/>
          <a:lstStyle/>
          <a:p>
            <a:pPr>
              <a:defRPr/>
            </a:pPr>
            <a:fld id="{631C2E65-C48E-EB49-B8DF-701DB40EA457}" type="slidenum">
              <a:rPr lang="en-US" smtClean="0"/>
              <a:pPr>
                <a:defRPr/>
              </a:pPr>
              <a:t>14</a:t>
            </a:fld>
            <a:endParaRPr lang="en-US"/>
          </a:p>
        </p:txBody>
      </p:sp>
    </p:spTree>
    <p:extLst>
      <p:ext uri="{BB962C8B-B14F-4D97-AF65-F5344CB8AC3E}">
        <p14:creationId xmlns:p14="http://schemas.microsoft.com/office/powerpoint/2010/main" val="33450529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&gt;&gt;&gt; 03-notinscope-01.mp3</a:t>
            </a:r>
          </a:p>
          <a:p>
            <a:r>
              <a:rPr lang="en-US" sz="1200" b="0" kern="1200" dirty="0">
                <a:solidFill>
                  <a:schemeClr val="tx1"/>
                </a:solidFill>
                <a:effectLst/>
                <a:latin typeface="+mn-lt"/>
                <a:ea typeface="+mn-ea"/>
                <a:cs typeface="+mn-cs"/>
              </a:rPr>
              <a:t>31/ This being a short course, we won't have time to cover</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NEXT: but we can take a quick look at the GUI, without comment.</a:t>
            </a:r>
          </a:p>
        </p:txBody>
      </p:sp>
      <p:sp>
        <p:nvSpPr>
          <p:cNvPr id="4" name="Slide Number Placeholder 3"/>
          <p:cNvSpPr>
            <a:spLocks noGrp="1"/>
          </p:cNvSpPr>
          <p:nvPr>
            <p:ph type="sldNum" sz="quarter" idx="10"/>
          </p:nvPr>
        </p:nvSpPr>
        <p:spPr/>
        <p:txBody>
          <a:bodyPr/>
          <a:lstStyle/>
          <a:p>
            <a:fld id="{7B4BFB57-1AAC-4CD2-8FD3-7C78521E2E6D}" type="slidenum">
              <a:rPr lang="en-US" smtClean="0"/>
              <a:t>15</a:t>
            </a:fld>
            <a:endParaRPr lang="en-US"/>
          </a:p>
        </p:txBody>
      </p:sp>
    </p:spTree>
    <p:extLst>
      <p:ext uri="{BB962C8B-B14F-4D97-AF65-F5344CB8AC3E}">
        <p14:creationId xmlns:p14="http://schemas.microsoft.com/office/powerpoint/2010/main" val="13900955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04-git-tools-01-....mp3</a:t>
            </a:r>
          </a:p>
          <a:p>
            <a:r>
              <a:rPr lang="en-US" sz="1200" b="0" kern="1200" dirty="0">
                <a:solidFill>
                  <a:schemeClr val="tx1"/>
                </a:solidFill>
                <a:effectLst/>
                <a:latin typeface="+mn-lt"/>
                <a:ea typeface="+mn-ea"/>
                <a:cs typeface="+mn-cs"/>
              </a:rPr>
              <a:t>Because the format of Git repositories is freely open-sourced and popular, there are many stand-alone Git clients available and Git functionality has been built into most IDEs today.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01/ Many use Git and GitHub capabilities built into Integrated Development Environments such as Eclipse, IntelliJ, and others.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03/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08/ You can also use Homebrew or Choco to install Git GUI clients Git Desktop, GitKraken, and others.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If prefer reaching for a mouse, install Git GUI clients Git Desktop, GitKraken, and others.</a:t>
            </a:r>
          </a:p>
          <a:p>
            <a:endParaRPr lang="en-US" sz="1200" b="0" kern="1200" dirty="0">
              <a:solidFill>
                <a:schemeClr val="tx1"/>
              </a:solidFill>
              <a:effectLst/>
              <a:latin typeface="+mn-lt"/>
              <a:ea typeface="+mn-ea"/>
              <a:cs typeface="+mn-cs"/>
            </a:endParaRPr>
          </a:p>
          <a:p>
            <a:endParaRPr lang="en-US" sz="1200" b="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7B4BFB57-1AAC-4CD2-8FD3-7C78521E2E6D}" type="slidenum">
              <a:rPr lang="en-US" smtClean="0"/>
              <a:t>16</a:t>
            </a:fld>
            <a:endParaRPr lang="en-US"/>
          </a:p>
        </p:txBody>
      </p:sp>
    </p:spTree>
    <p:extLst>
      <p:ext uri="{BB962C8B-B14F-4D97-AF65-F5344CB8AC3E}">
        <p14:creationId xmlns:p14="http://schemas.microsoft.com/office/powerpoint/2010/main" val="240241528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7B4BFB57-1AAC-4CD2-8FD3-7C78521E2E6D}" type="slidenum">
              <a:rPr lang="en-US" smtClean="0"/>
              <a:t>17</a:t>
            </a:fld>
            <a:endParaRPr lang="en-US"/>
          </a:p>
        </p:txBody>
      </p:sp>
    </p:spTree>
    <p:extLst>
      <p:ext uri="{BB962C8B-B14F-4D97-AF65-F5344CB8AC3E}">
        <p14:creationId xmlns:p14="http://schemas.microsoft.com/office/powerpoint/2010/main" val="8668265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This being a short course, we need to exclude certain topics.</a:t>
            </a:r>
          </a:p>
        </p:txBody>
      </p:sp>
      <p:sp>
        <p:nvSpPr>
          <p:cNvPr id="4" name="Slide Number Placeholder 3"/>
          <p:cNvSpPr>
            <a:spLocks noGrp="1"/>
          </p:cNvSpPr>
          <p:nvPr>
            <p:ph type="sldNum" sz="quarter" idx="10"/>
          </p:nvPr>
        </p:nvSpPr>
        <p:spPr/>
        <p:txBody>
          <a:bodyPr/>
          <a:lstStyle/>
          <a:p>
            <a:fld id="{7B4BFB57-1AAC-4CD2-8FD3-7C78521E2E6D}" type="slidenum">
              <a:rPr lang="en-US" smtClean="0"/>
              <a:t>18</a:t>
            </a:fld>
            <a:endParaRPr lang="en-US"/>
          </a:p>
        </p:txBody>
      </p:sp>
    </p:spTree>
    <p:extLst>
      <p:ext uri="{BB962C8B-B14F-4D97-AF65-F5344CB8AC3E}">
        <p14:creationId xmlns:p14="http://schemas.microsoft.com/office/powerpoint/2010/main" val="380851743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7B4BFB57-1AAC-4CD2-8FD3-7C78521E2E6D}" type="slidenum">
              <a:rPr lang="en-US" smtClean="0"/>
              <a:t>19</a:t>
            </a:fld>
            <a:endParaRPr lang="en-US"/>
          </a:p>
        </p:txBody>
      </p:sp>
    </p:spTree>
    <p:extLst>
      <p:ext uri="{BB962C8B-B14F-4D97-AF65-F5344CB8AC3E}">
        <p14:creationId xmlns:p14="http://schemas.microsoft.com/office/powerpoint/2010/main" val="47722724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This being a short course, we need to exclude certain topics.</a:t>
            </a:r>
          </a:p>
        </p:txBody>
      </p:sp>
      <p:sp>
        <p:nvSpPr>
          <p:cNvPr id="4" name="Slide Number Placeholder 3"/>
          <p:cNvSpPr>
            <a:spLocks noGrp="1"/>
          </p:cNvSpPr>
          <p:nvPr>
            <p:ph type="sldNum" sz="quarter" idx="10"/>
          </p:nvPr>
        </p:nvSpPr>
        <p:spPr/>
        <p:txBody>
          <a:bodyPr/>
          <a:lstStyle/>
          <a:p>
            <a:fld id="{7B4BFB57-1AAC-4CD2-8FD3-7C78521E2E6D}" type="slidenum">
              <a:rPr lang="en-US" smtClean="0"/>
              <a:t>20</a:t>
            </a:fld>
            <a:endParaRPr lang="en-US"/>
          </a:p>
        </p:txBody>
      </p:sp>
    </p:spTree>
    <p:extLst>
      <p:ext uri="{BB962C8B-B14F-4D97-AF65-F5344CB8AC3E}">
        <p14:creationId xmlns:p14="http://schemas.microsoft.com/office/powerpoint/2010/main" val="265002284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05-laptop-setup-....mp3</a:t>
            </a:r>
          </a:p>
          <a:p>
            <a:r>
              <a:rPr lang="en-US" sz="1200" b="0" kern="1200" dirty="0">
                <a:solidFill>
                  <a:schemeClr val="tx1"/>
                </a:solidFill>
                <a:effectLst/>
                <a:latin typeface="+mn-lt"/>
                <a:ea typeface="+mn-ea"/>
                <a:cs typeface="+mn-cs"/>
              </a:rPr>
              <a:t>02/ Due to its Linux pedigree, some Git commands are designed to be </a:t>
            </a:r>
            <a:r>
              <a:rPr lang="en-US" sz="1200" b="1" kern="1200" dirty="0">
                <a:solidFill>
                  <a:schemeClr val="tx1"/>
                </a:solidFill>
                <a:effectLst/>
                <a:latin typeface="+mn-lt"/>
                <a:ea typeface="+mn-ea"/>
                <a:cs typeface="+mn-cs"/>
              </a:rPr>
              <a:t>typed</a:t>
            </a:r>
            <a:r>
              <a:rPr lang="en-US" sz="1200" b="0" kern="1200" dirty="0">
                <a:solidFill>
                  <a:schemeClr val="tx1"/>
                </a:solidFill>
                <a:effectLst/>
                <a:latin typeface="+mn-lt"/>
                <a:ea typeface="+mn-ea"/>
                <a:cs typeface="+mn-cs"/>
              </a:rPr>
              <a:t> into a Command-line Interface.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03/ On MacOS, open its </a:t>
            </a:r>
            <a:r>
              <a:rPr lang="en-US" sz="1200" b="1" kern="1200" dirty="0">
                <a:solidFill>
                  <a:schemeClr val="tx1"/>
                </a:solidFill>
                <a:effectLst/>
                <a:latin typeface="+mn-lt"/>
                <a:ea typeface="+mn-ea"/>
                <a:cs typeface="+mn-cs"/>
              </a:rPr>
              <a:t>Terminal</a:t>
            </a:r>
            <a:r>
              <a:rPr lang="en-US" sz="1200" b="0" kern="1200" dirty="0">
                <a:solidFill>
                  <a:schemeClr val="tx1"/>
                </a:solidFill>
                <a:effectLst/>
                <a:latin typeface="+mn-lt"/>
                <a:ea typeface="+mn-ea"/>
                <a:cs typeface="+mn-cs"/>
              </a:rPr>
              <a:t> program built into a Mac. On Windows, a </a:t>
            </a:r>
            <a:r>
              <a:rPr lang="en-US" sz="1200" b="1" kern="1200" dirty="0">
                <a:solidFill>
                  <a:schemeClr val="tx1"/>
                </a:solidFill>
                <a:effectLst/>
                <a:latin typeface="+mn-lt"/>
                <a:ea typeface="+mn-ea"/>
                <a:cs typeface="+mn-cs"/>
              </a:rPr>
              <a:t>Git Bash </a:t>
            </a:r>
            <a:r>
              <a:rPr lang="en-US" sz="1200" b="0" kern="1200" dirty="0">
                <a:solidFill>
                  <a:schemeClr val="tx1"/>
                </a:solidFill>
                <a:effectLst/>
                <a:latin typeface="+mn-lt"/>
                <a:ea typeface="+mn-ea"/>
                <a:cs typeface="+mn-cs"/>
              </a:rPr>
              <a:t>program can be installed on Windows machines to execute commands as if you're on a Mac or Linux machine.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04/ Git Bash installed by the </a:t>
            </a:r>
            <a:r>
              <a:rPr lang="en-US" sz="1200" b="1" kern="1200" dirty="0">
                <a:solidFill>
                  <a:schemeClr val="tx1"/>
                </a:solidFill>
                <a:effectLst/>
                <a:latin typeface="+mn-lt"/>
                <a:ea typeface="+mn-ea"/>
                <a:cs typeface="+mn-cs"/>
              </a:rPr>
              <a:t>msysgit</a:t>
            </a:r>
            <a:r>
              <a:rPr lang="en-US" sz="1200" b="0" kern="1200" dirty="0">
                <a:solidFill>
                  <a:schemeClr val="tx1"/>
                </a:solidFill>
                <a:effectLst/>
                <a:latin typeface="+mn-lt"/>
                <a:ea typeface="+mn-ea"/>
                <a:cs typeface="+mn-cs"/>
              </a:rPr>
              <a:t> package which also installs the Git CLI on Windows. </a:t>
            </a:r>
          </a:p>
          <a:p>
            <a:r>
              <a:rPr lang="en-US" sz="1200" b="0" kern="1200" dirty="0">
                <a:solidFill>
                  <a:schemeClr val="tx1"/>
                </a:solidFill>
                <a:effectLst/>
                <a:latin typeface="+mn-lt"/>
                <a:ea typeface="+mn-ea"/>
                <a:cs typeface="+mn-cs"/>
              </a:rPr>
              <a:t>06/ There, msysgit is installed from within a standard Windows cmd program by first installing a package manager called </a:t>
            </a:r>
            <a:r>
              <a:rPr lang="en-US" sz="1200" b="1" kern="1200" dirty="0">
                <a:solidFill>
                  <a:schemeClr val="tx1"/>
                </a:solidFill>
                <a:effectLst/>
                <a:latin typeface="+mn-lt"/>
                <a:ea typeface="+mn-ea"/>
                <a:cs typeface="+mn-cs"/>
              </a:rPr>
              <a:t>Chocolatey</a:t>
            </a:r>
            <a:r>
              <a:rPr lang="en-US" sz="1200" b="0" kern="1200" dirty="0">
                <a:solidFill>
                  <a:schemeClr val="tx1"/>
                </a:solidFill>
                <a:effectLst/>
                <a:latin typeface="+mn-lt"/>
                <a:ea typeface="+mn-ea"/>
                <a:cs typeface="+mn-cs"/>
              </a:rPr>
              <a:t>. Then the </a:t>
            </a:r>
            <a:r>
              <a:rPr lang="en-US" sz="1200" b="1" kern="1200" dirty="0">
                <a:solidFill>
                  <a:schemeClr val="tx1"/>
                </a:solidFill>
                <a:effectLst/>
                <a:latin typeface="+mn-lt"/>
                <a:ea typeface="+mn-ea"/>
                <a:cs typeface="+mn-cs"/>
              </a:rPr>
              <a:t>choco</a:t>
            </a:r>
            <a:r>
              <a:rPr lang="en-US" sz="1200" b="0" kern="1200" dirty="0">
                <a:solidFill>
                  <a:schemeClr val="tx1"/>
                </a:solidFill>
                <a:effectLst/>
                <a:latin typeface="+mn-lt"/>
                <a:ea typeface="+mn-ea"/>
                <a:cs typeface="+mn-cs"/>
              </a:rPr>
              <a:t> install </a:t>
            </a:r>
            <a:r>
              <a:rPr lang="en-US" sz="1200" b="0" kern="1200" dirty="0" err="1">
                <a:solidFill>
                  <a:schemeClr val="tx1"/>
                </a:solidFill>
                <a:effectLst/>
                <a:latin typeface="+mn-lt"/>
                <a:ea typeface="+mn-ea"/>
                <a:cs typeface="+mn-cs"/>
              </a:rPr>
              <a:t>mysysgit</a:t>
            </a:r>
            <a:r>
              <a:rPr lang="en-US" sz="1200" b="0" kern="1200" dirty="0">
                <a:solidFill>
                  <a:schemeClr val="tx1"/>
                </a:solidFill>
                <a:effectLst/>
                <a:latin typeface="+mn-lt"/>
                <a:ea typeface="+mn-ea"/>
                <a:cs typeface="+mn-cs"/>
              </a:rPr>
              <a:t> command. </a:t>
            </a:r>
          </a:p>
          <a:p>
            <a:r>
              <a:rPr lang="en-US" sz="1200" b="0" kern="1200" dirty="0">
                <a:solidFill>
                  <a:schemeClr val="tx1"/>
                </a:solidFill>
                <a:effectLst/>
                <a:latin typeface="+mn-lt"/>
                <a:ea typeface="+mn-ea"/>
                <a:cs typeface="+mn-cs"/>
              </a:rPr>
              <a:t>08/ On Macs, I recommend that you install packages with </a:t>
            </a:r>
            <a:r>
              <a:rPr lang="en-US" sz="1200" b="1" kern="1200" dirty="0">
                <a:solidFill>
                  <a:schemeClr val="tx1"/>
                </a:solidFill>
                <a:effectLst/>
                <a:latin typeface="+mn-lt"/>
                <a:ea typeface="+mn-ea"/>
                <a:cs typeface="+mn-cs"/>
              </a:rPr>
              <a:t>Homebrew</a:t>
            </a:r>
            <a:r>
              <a:rPr lang="en-US" sz="1200" b="0" kern="1200" dirty="0">
                <a:solidFill>
                  <a:schemeClr val="tx1"/>
                </a:solidFill>
                <a:effectLst/>
                <a:latin typeface="+mn-lt"/>
                <a:ea typeface="+mn-ea"/>
                <a:cs typeface="+mn-cs"/>
              </a:rPr>
              <a:t>, using the </a:t>
            </a:r>
            <a:r>
              <a:rPr lang="en-US" sz="1200" b="1" kern="1200" dirty="0">
                <a:solidFill>
                  <a:schemeClr val="tx1"/>
                </a:solidFill>
                <a:effectLst/>
                <a:latin typeface="+mn-lt"/>
                <a:ea typeface="+mn-ea"/>
                <a:cs typeface="+mn-cs"/>
              </a:rPr>
              <a:t>brew install</a:t>
            </a:r>
            <a:r>
              <a:rPr lang="en-US" sz="1200" b="0" kern="1200" dirty="0">
                <a:solidFill>
                  <a:schemeClr val="tx1"/>
                </a:solidFill>
                <a:effectLst/>
                <a:latin typeface="+mn-lt"/>
                <a:ea typeface="+mn-ea"/>
                <a:cs typeface="+mn-cs"/>
              </a:rPr>
              <a:t> command.</a:t>
            </a:r>
          </a:p>
          <a:p>
            <a:r>
              <a:rPr lang="en-US" sz="1200" b="0" kern="1200" dirty="0">
                <a:solidFill>
                  <a:schemeClr val="tx1"/>
                </a:solidFill>
                <a:effectLst/>
                <a:latin typeface="+mn-lt"/>
                <a:ea typeface="+mn-ea"/>
                <a:cs typeface="+mn-cs"/>
              </a:rPr>
              <a:t>10/ Homebrew can also be used to install </a:t>
            </a:r>
            <a:r>
              <a:rPr lang="en-US" sz="1200" b="1" kern="1200" dirty="0">
                <a:solidFill>
                  <a:schemeClr val="tx1"/>
                </a:solidFill>
                <a:effectLst/>
                <a:latin typeface="+mn-lt"/>
                <a:ea typeface="+mn-ea"/>
                <a:cs typeface="+mn-cs"/>
              </a:rPr>
              <a:t>Git GUI clients</a:t>
            </a:r>
            <a:r>
              <a:rPr lang="en-US" sz="1200" b="0" kern="1200" dirty="0">
                <a:solidFill>
                  <a:schemeClr val="tx1"/>
                </a:solidFill>
                <a:effectLst/>
                <a:latin typeface="+mn-lt"/>
                <a:ea typeface="+mn-ea"/>
                <a:cs typeface="+mn-cs"/>
              </a:rPr>
              <a:t> and other software.</a:t>
            </a:r>
          </a:p>
          <a:p>
            <a:r>
              <a:rPr lang="en-US" sz="1200" b="0" kern="1200" dirty="0">
                <a:solidFill>
                  <a:schemeClr val="tx1"/>
                </a:solidFill>
                <a:effectLst/>
                <a:latin typeface="+mn-lt"/>
                <a:ea typeface="+mn-ea"/>
                <a:cs typeface="+mn-cs"/>
              </a:rPr>
              <a:t>12/ Installing multiple tools is similar to the situation where even though the operating system provides </a:t>
            </a:r>
            <a:r>
              <a:rPr lang="en-US" sz="1200" b="0" kern="1200" dirty="0" err="1">
                <a:solidFill>
                  <a:schemeClr val="tx1"/>
                </a:solidFill>
                <a:effectLst/>
                <a:latin typeface="+mn-lt"/>
                <a:ea typeface="+mn-ea"/>
                <a:cs typeface="+mn-cs"/>
              </a:rPr>
              <a:t>defaul</a:t>
            </a:r>
            <a:r>
              <a:rPr lang="en-US" sz="1200" b="0" kern="1200" dirty="0">
                <a:solidFill>
                  <a:schemeClr val="tx1"/>
                </a:solidFill>
                <a:effectLst/>
                <a:latin typeface="+mn-lt"/>
                <a:ea typeface="+mn-ea"/>
                <a:cs typeface="+mn-cs"/>
              </a:rPr>
              <a:t> text editors and internet browsers, many still install </a:t>
            </a:r>
            <a:r>
              <a:rPr lang="en-US" sz="1200" b="1" kern="1200" dirty="0">
                <a:solidFill>
                  <a:schemeClr val="tx1"/>
                </a:solidFill>
                <a:effectLst/>
                <a:latin typeface="+mn-lt"/>
                <a:ea typeface="+mn-ea"/>
                <a:cs typeface="+mn-cs"/>
              </a:rPr>
              <a:t>multi-platform text editors</a:t>
            </a:r>
            <a:r>
              <a:rPr lang="en-US" sz="1200" b="0" kern="1200" dirty="0">
                <a:solidFill>
                  <a:schemeClr val="tx1"/>
                </a:solidFill>
                <a:effectLst/>
                <a:latin typeface="+mn-lt"/>
                <a:ea typeface="+mn-ea"/>
                <a:cs typeface="+mn-cs"/>
              </a:rPr>
              <a:t>, and </a:t>
            </a:r>
            <a:r>
              <a:rPr lang="en-US" sz="1200" b="1" kern="1200" dirty="0">
                <a:solidFill>
                  <a:schemeClr val="tx1"/>
                </a:solidFill>
                <a:effectLst/>
                <a:latin typeface="+mn-lt"/>
                <a:ea typeface="+mn-ea"/>
                <a:cs typeface="+mn-cs"/>
              </a:rPr>
              <a:t>internet browsers</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14/ Next, we explore how to obtain</a:t>
            </a:r>
          </a:p>
        </p:txBody>
      </p:sp>
      <p:sp>
        <p:nvSpPr>
          <p:cNvPr id="4" name="Slide Number Placeholder 3"/>
          <p:cNvSpPr>
            <a:spLocks noGrp="1"/>
          </p:cNvSpPr>
          <p:nvPr>
            <p:ph type="sldNum" sz="quarter" idx="10"/>
          </p:nvPr>
        </p:nvSpPr>
        <p:spPr/>
        <p:txBody>
          <a:bodyPr/>
          <a:lstStyle/>
          <a:p>
            <a:fld id="{7B4BFB57-1AAC-4CD2-8FD3-7C78521E2E6D}" type="slidenum">
              <a:rPr lang="en-US" smtClean="0"/>
              <a:t>21</a:t>
            </a:fld>
            <a:endParaRPr lang="en-US"/>
          </a:p>
        </p:txBody>
      </p:sp>
    </p:spTree>
    <p:extLst>
      <p:ext uri="{BB962C8B-B14F-4D97-AF65-F5344CB8AC3E}">
        <p14:creationId xmlns:p14="http://schemas.microsoft.com/office/powerpoint/2010/main" val="18239956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This being a short course, we need to exclude certain topics.</a:t>
            </a:r>
          </a:p>
        </p:txBody>
      </p:sp>
      <p:sp>
        <p:nvSpPr>
          <p:cNvPr id="4" name="Slide Number Placeholder 3"/>
          <p:cNvSpPr>
            <a:spLocks noGrp="1"/>
          </p:cNvSpPr>
          <p:nvPr>
            <p:ph type="sldNum" sz="quarter" idx="10"/>
          </p:nvPr>
        </p:nvSpPr>
        <p:spPr/>
        <p:txBody>
          <a:bodyPr/>
          <a:lstStyle/>
          <a:p>
            <a:fld id="{7B4BFB57-1AAC-4CD2-8FD3-7C78521E2E6D}" type="slidenum">
              <a:rPr lang="en-US" smtClean="0"/>
              <a:t>22</a:t>
            </a:fld>
            <a:endParaRPr lang="en-US"/>
          </a:p>
        </p:txBody>
      </p:sp>
    </p:spTree>
    <p:extLst>
      <p:ext uri="{BB962C8B-B14F-4D97-AF65-F5344CB8AC3E}">
        <p14:creationId xmlns:p14="http://schemas.microsoft.com/office/powerpoint/2010/main" val="235524715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20-2factor-....mp3</a:t>
            </a:r>
          </a:p>
          <a:p>
            <a:endParaRPr lang="en-US" sz="1200" b="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7B4BFB57-1AAC-4CD2-8FD3-7C78521E2E6D}" type="slidenum">
              <a:rPr lang="en-US" smtClean="0"/>
              <a:t>23</a:t>
            </a:fld>
            <a:endParaRPr lang="en-US"/>
          </a:p>
        </p:txBody>
      </p:sp>
    </p:spTree>
    <p:extLst>
      <p:ext uri="{BB962C8B-B14F-4D97-AF65-F5344CB8AC3E}">
        <p14:creationId xmlns:p14="http://schemas.microsoft.com/office/powerpoint/2010/main" val="411540635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B4BFB57-1AAC-4CD2-8FD3-7C78521E2E6D}" type="slidenum">
              <a:rPr lang="en-US" smtClean="0"/>
              <a:t>24</a:t>
            </a:fld>
            <a:endParaRPr lang="en-US"/>
          </a:p>
        </p:txBody>
      </p:sp>
    </p:spTree>
    <p:extLst>
      <p:ext uri="{BB962C8B-B14F-4D97-AF65-F5344CB8AC3E}">
        <p14:creationId xmlns:p14="http://schemas.microsoft.com/office/powerpoint/2010/main" val="315140817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06-repo-sample-....mp3</a:t>
            </a:r>
          </a:p>
          <a:p>
            <a:r>
              <a:rPr lang="en-US" sz="1200" b="0" kern="1200" dirty="0">
                <a:solidFill>
                  <a:schemeClr val="tx1"/>
                </a:solidFill>
                <a:effectLst/>
                <a:latin typeface="+mn-lt"/>
                <a:ea typeface="+mn-ea"/>
                <a:cs typeface="+mn-cs"/>
              </a:rPr>
              <a:t>When you're in GitHub, you can click </a:t>
            </a:r>
          </a:p>
        </p:txBody>
      </p:sp>
      <p:sp>
        <p:nvSpPr>
          <p:cNvPr id="4" name="Slide Number Placeholder 3"/>
          <p:cNvSpPr>
            <a:spLocks noGrp="1"/>
          </p:cNvSpPr>
          <p:nvPr>
            <p:ph type="sldNum" sz="quarter" idx="10"/>
          </p:nvPr>
        </p:nvSpPr>
        <p:spPr/>
        <p:txBody>
          <a:bodyPr/>
          <a:lstStyle/>
          <a:p>
            <a:fld id="{7B4BFB57-1AAC-4CD2-8FD3-7C78521E2E6D}" type="slidenum">
              <a:rPr lang="en-US" smtClean="0"/>
              <a:t>25</a:t>
            </a:fld>
            <a:endParaRPr lang="en-US"/>
          </a:p>
        </p:txBody>
      </p:sp>
    </p:spTree>
    <p:extLst>
      <p:ext uri="{BB962C8B-B14F-4D97-AF65-F5344CB8AC3E}">
        <p14:creationId xmlns:p14="http://schemas.microsoft.com/office/powerpoint/2010/main" val="15192818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07-cmd-script-01-....mp3</a:t>
            </a:r>
          </a:p>
          <a:p>
            <a:r>
              <a:rPr lang="en-US" dirty="0"/>
              <a:t>For narration, see https://</a:t>
            </a:r>
            <a:r>
              <a:rPr lang="en-US" dirty="0" err="1"/>
              <a:t>wilsonmar.github.io</a:t>
            </a:r>
            <a:r>
              <a:rPr lang="en-US" dirty="0"/>
              <a:t>/git-basics#</a:t>
            </a:r>
          </a:p>
          <a:p>
            <a:endParaRPr lang="en-US" dirty="0"/>
          </a:p>
        </p:txBody>
      </p:sp>
      <p:sp>
        <p:nvSpPr>
          <p:cNvPr id="4" name="Slide Number Placeholder 3"/>
          <p:cNvSpPr>
            <a:spLocks noGrp="1"/>
          </p:cNvSpPr>
          <p:nvPr>
            <p:ph type="sldNum" sz="quarter" idx="5"/>
          </p:nvPr>
        </p:nvSpPr>
        <p:spPr/>
        <p:txBody>
          <a:bodyPr/>
          <a:lstStyle/>
          <a:p>
            <a:fld id="{7B4BFB57-1AAC-4CD2-8FD3-7C78521E2E6D}" type="slidenum">
              <a:rPr lang="en-US" smtClean="0"/>
              <a:t>26</a:t>
            </a:fld>
            <a:endParaRPr lang="en-US"/>
          </a:p>
        </p:txBody>
      </p:sp>
    </p:spTree>
    <p:extLst>
      <p:ext uri="{BB962C8B-B14F-4D97-AF65-F5344CB8AC3E}">
        <p14:creationId xmlns:p14="http://schemas.microsoft.com/office/powerpoint/2010/main" val="94562328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07-cmd-script-01-....mp3</a:t>
            </a:r>
          </a:p>
          <a:p>
            <a:r>
              <a:rPr lang="en-US" dirty="0"/>
              <a:t>For narration, see https://</a:t>
            </a:r>
            <a:r>
              <a:rPr lang="en-US" dirty="0" err="1"/>
              <a:t>wilsonmar.github.io</a:t>
            </a:r>
            <a:r>
              <a:rPr lang="en-US" dirty="0"/>
              <a:t>/git-basics#</a:t>
            </a:r>
          </a:p>
          <a:p>
            <a:endParaRPr lang="en-US" dirty="0"/>
          </a:p>
        </p:txBody>
      </p:sp>
      <p:sp>
        <p:nvSpPr>
          <p:cNvPr id="4" name="Slide Number Placeholder 3"/>
          <p:cNvSpPr>
            <a:spLocks noGrp="1"/>
          </p:cNvSpPr>
          <p:nvPr>
            <p:ph type="sldNum" sz="quarter" idx="5"/>
          </p:nvPr>
        </p:nvSpPr>
        <p:spPr/>
        <p:txBody>
          <a:bodyPr/>
          <a:lstStyle/>
          <a:p>
            <a:fld id="{7B4BFB57-1AAC-4CD2-8FD3-7C78521E2E6D}" type="slidenum">
              <a:rPr lang="en-US" smtClean="0"/>
              <a:t>27</a:t>
            </a:fld>
            <a:endParaRPr lang="en-US"/>
          </a:p>
        </p:txBody>
      </p:sp>
    </p:spTree>
    <p:extLst>
      <p:ext uri="{BB962C8B-B14F-4D97-AF65-F5344CB8AC3E}">
        <p14:creationId xmlns:p14="http://schemas.microsoft.com/office/powerpoint/2010/main" val="123900807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Slide Image Placeholder 1"/>
          <p:cNvSpPr>
            <a:spLocks noGrp="1" noRot="1" noChangeAspect="1" noTextEdit="1"/>
          </p:cNvSpPr>
          <p:nvPr>
            <p:ph type="sldImg"/>
          </p:nvPr>
        </p:nvSpPr>
        <p:spPr bwMode="auto">
          <a:noFill/>
          <a:ln>
            <a:solidFill>
              <a:srgbClr val="000000"/>
            </a:solidFill>
            <a:miter lim="800000"/>
            <a:headEnd/>
            <a:tailEnd/>
          </a:ln>
          <a:extLst>
            <a:ext uri="{FAA26D3D-D897-4be2-8F04-BA451C77F1D7}">
              <ma14:placeholderFlag xmlns:ma14="http://schemas.microsoft.com/office/mac/drawingml/2011/main" xmlns="" val="1"/>
            </a:ext>
            <a:ext uri="{909E8E84-426E-40dd-AFC4-6F175D3DCCD1}">
              <a14:hiddenFill xmlns="" xmlns:a14="http://schemas.microsoft.com/office/drawing/2010/main">
                <a:solidFill>
                  <a:srgbClr val="FFFFFF"/>
                </a:solidFill>
              </a14:hiddenFill>
            </a:ext>
          </a:extLst>
        </p:spPr>
      </p:sp>
      <p:sp>
        <p:nvSpPr>
          <p:cNvPr id="17410" name="Notes Placeholder 2"/>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dirty="0"/>
              <a:t>For narration, see https://</a:t>
            </a:r>
            <a:r>
              <a:rPr lang="en-US" dirty="0" err="1"/>
              <a:t>wilsonmar.github.io</a:t>
            </a:r>
            <a:r>
              <a:rPr lang="en-US" dirty="0"/>
              <a:t>/git-basics#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10-repo-sample-....mp3</a:t>
            </a:r>
          </a:p>
          <a:p>
            <a:pPr marL="0" marR="0" lvl="0" indent="0" algn="l" defTabSz="914400" rtl="0" eaLnBrk="1" fontAlgn="auto" latinLnBrk="0" hangingPunct="1">
              <a:lnSpc>
                <a:spcPct val="100000"/>
              </a:lnSpc>
              <a:spcBef>
                <a:spcPct val="0"/>
              </a:spcBef>
              <a:spcAft>
                <a:spcPts val="0"/>
              </a:spcAft>
              <a:buClrTx/>
              <a:buSzTx/>
              <a:buFontTx/>
              <a:buNone/>
              <a:tabLst/>
              <a:defRPr/>
            </a:pPr>
            <a:endParaRPr lang="en-US" dirty="0"/>
          </a:p>
          <a:p>
            <a:pPr eaLnBrk="1" hangingPunct="1">
              <a:spcBef>
                <a:spcPct val="0"/>
              </a:spcBef>
            </a:pPr>
            <a:endParaRPr lang="en-US" baseline="0" dirty="0">
              <a:latin typeface="Calibri" charset="0"/>
            </a:endParaRPr>
          </a:p>
        </p:txBody>
      </p:sp>
      <p:sp>
        <p:nvSpPr>
          <p:cNvPr id="17411" name="Slide Number Placeholder 3"/>
          <p:cNvSpPr>
            <a:spLocks noGrp="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1400">
                <a:solidFill>
                  <a:schemeClr val="tx1"/>
                </a:solidFill>
                <a:latin typeface="Helvetica" charset="0"/>
                <a:ea typeface="ＭＳ Ｐゴシック" charset="0"/>
                <a:cs typeface="ＭＳ Ｐゴシック" charset="0"/>
              </a:defRPr>
            </a:lvl1pPr>
            <a:lvl2pPr marL="742950" indent="-285750">
              <a:defRPr sz="1400">
                <a:solidFill>
                  <a:schemeClr val="tx1"/>
                </a:solidFill>
                <a:latin typeface="Helvetica" charset="0"/>
                <a:ea typeface="ＭＳ Ｐゴシック" charset="0"/>
              </a:defRPr>
            </a:lvl2pPr>
            <a:lvl3pPr marL="1143000" indent="-228600">
              <a:defRPr sz="1400">
                <a:solidFill>
                  <a:schemeClr val="tx1"/>
                </a:solidFill>
                <a:latin typeface="Helvetica" charset="0"/>
                <a:ea typeface="ＭＳ Ｐゴシック" charset="0"/>
              </a:defRPr>
            </a:lvl3pPr>
            <a:lvl4pPr marL="1600200" indent="-228600">
              <a:defRPr sz="1400">
                <a:solidFill>
                  <a:schemeClr val="tx1"/>
                </a:solidFill>
                <a:latin typeface="Helvetica" charset="0"/>
                <a:ea typeface="ＭＳ Ｐゴシック" charset="0"/>
              </a:defRPr>
            </a:lvl4pPr>
            <a:lvl5pPr marL="2057400" indent="-228600">
              <a:defRPr sz="1400">
                <a:solidFill>
                  <a:schemeClr val="tx1"/>
                </a:solidFill>
                <a:latin typeface="Helvetica" charset="0"/>
                <a:ea typeface="ＭＳ Ｐゴシック" charset="0"/>
              </a:defRPr>
            </a:lvl5pPr>
            <a:lvl6pPr marL="2514600" indent="-228600" defTabSz="342900" eaLnBrk="0" fontAlgn="base" hangingPunct="0">
              <a:spcBef>
                <a:spcPct val="0"/>
              </a:spcBef>
              <a:spcAft>
                <a:spcPct val="0"/>
              </a:spcAft>
              <a:defRPr sz="1400">
                <a:solidFill>
                  <a:schemeClr val="tx1"/>
                </a:solidFill>
                <a:latin typeface="Helvetica" charset="0"/>
                <a:ea typeface="ＭＳ Ｐゴシック" charset="0"/>
              </a:defRPr>
            </a:lvl6pPr>
            <a:lvl7pPr marL="2971800" indent="-228600" defTabSz="342900" eaLnBrk="0" fontAlgn="base" hangingPunct="0">
              <a:spcBef>
                <a:spcPct val="0"/>
              </a:spcBef>
              <a:spcAft>
                <a:spcPct val="0"/>
              </a:spcAft>
              <a:defRPr sz="1400">
                <a:solidFill>
                  <a:schemeClr val="tx1"/>
                </a:solidFill>
                <a:latin typeface="Helvetica" charset="0"/>
                <a:ea typeface="ＭＳ Ｐゴシック" charset="0"/>
              </a:defRPr>
            </a:lvl7pPr>
            <a:lvl8pPr marL="3429000" indent="-228600" defTabSz="342900" eaLnBrk="0" fontAlgn="base" hangingPunct="0">
              <a:spcBef>
                <a:spcPct val="0"/>
              </a:spcBef>
              <a:spcAft>
                <a:spcPct val="0"/>
              </a:spcAft>
              <a:defRPr sz="1400">
                <a:solidFill>
                  <a:schemeClr val="tx1"/>
                </a:solidFill>
                <a:latin typeface="Helvetica" charset="0"/>
                <a:ea typeface="ＭＳ Ｐゴシック" charset="0"/>
              </a:defRPr>
            </a:lvl8pPr>
            <a:lvl9pPr marL="3886200" indent="-228600" defTabSz="342900" eaLnBrk="0" fontAlgn="base" hangingPunct="0">
              <a:spcBef>
                <a:spcPct val="0"/>
              </a:spcBef>
              <a:spcAft>
                <a:spcPct val="0"/>
              </a:spcAft>
              <a:defRPr sz="1400">
                <a:solidFill>
                  <a:schemeClr val="tx1"/>
                </a:solidFill>
                <a:latin typeface="Helvetica" charset="0"/>
                <a:ea typeface="ＭＳ Ｐゴシック" charset="0"/>
              </a:defRPr>
            </a:lvl9pPr>
          </a:lstStyle>
          <a:p>
            <a:fld id="{92243904-BF6F-9049-8B97-39B905082BDF}" type="slidenum">
              <a:rPr lang="en-US" sz="1200">
                <a:latin typeface="Calibri" charset="0"/>
              </a:rPr>
              <a:pPr/>
              <a:t>28</a:t>
            </a:fld>
            <a:endParaRPr lang="en-US" sz="1200">
              <a:latin typeface="Calibri" charset="0"/>
            </a:endParaRPr>
          </a:p>
        </p:txBody>
      </p:sp>
    </p:spTree>
    <p:extLst>
      <p:ext uri="{BB962C8B-B14F-4D97-AF65-F5344CB8AC3E}">
        <p14:creationId xmlns:p14="http://schemas.microsoft.com/office/powerpoint/2010/main" val="293475152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7B4BFB57-1AAC-4CD2-8FD3-7C78521E2E6D}" type="slidenum">
              <a:rPr lang="en-US" smtClean="0"/>
              <a:t>29</a:t>
            </a:fld>
            <a:endParaRPr lang="en-US"/>
          </a:p>
        </p:txBody>
      </p:sp>
    </p:spTree>
    <p:extLst>
      <p:ext uri="{BB962C8B-B14F-4D97-AF65-F5344CB8AC3E}">
        <p14:creationId xmlns:p14="http://schemas.microsoft.com/office/powerpoint/2010/main" val="208703927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B4BFB57-1AAC-4CD2-8FD3-7C78521E2E6D}" type="slidenum">
              <a:rPr lang="en-US" smtClean="0"/>
              <a:t>30</a:t>
            </a:fld>
            <a:endParaRPr lang="en-US"/>
          </a:p>
        </p:txBody>
      </p:sp>
    </p:spTree>
    <p:extLst>
      <p:ext uri="{BB962C8B-B14F-4D97-AF65-F5344CB8AC3E}">
        <p14:creationId xmlns:p14="http://schemas.microsoft.com/office/powerpoint/2010/main" val="247832979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Slide Image Placeholder 1"/>
          <p:cNvSpPr>
            <a:spLocks noGrp="1" noRot="1" noChangeAspect="1" noTextEdit="1"/>
          </p:cNvSpPr>
          <p:nvPr>
            <p:ph type="sldImg"/>
          </p:nvPr>
        </p:nvSpPr>
        <p:spPr bwMode="auto">
          <a:noFill/>
          <a:ln>
            <a:solidFill>
              <a:srgbClr val="000000"/>
            </a:solidFill>
            <a:miter lim="800000"/>
            <a:headEnd/>
            <a:tailEnd/>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Lst>
        </p:spPr>
      </p:sp>
      <p:sp>
        <p:nvSpPr>
          <p:cNvPr id="26626"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defTabSz="914400" eaLnBrk="1" hangingPunct="1">
              <a:spcBef>
                <a:spcPct val="0"/>
              </a:spcBef>
            </a:pPr>
            <a:r>
              <a:rPr lang="en-US" dirty="0">
                <a:latin typeface="Calibri" charset="0"/>
              </a:rPr>
              <a:t>https://</a:t>
            </a:r>
            <a:r>
              <a:rPr lang="en-US" dirty="0" err="1">
                <a:latin typeface="Calibri" charset="0"/>
              </a:rPr>
              <a:t>gist.github.com</a:t>
            </a:r>
            <a:r>
              <a:rPr lang="en-US" dirty="0">
                <a:latin typeface="Calibri" charset="0"/>
              </a:rPr>
              <a:t>/</a:t>
            </a:r>
            <a:r>
              <a:rPr lang="en-US" dirty="0" err="1">
                <a:latin typeface="Calibri" charset="0"/>
              </a:rPr>
              <a:t>grawity</a:t>
            </a:r>
            <a:r>
              <a:rPr lang="en-US" dirty="0">
                <a:latin typeface="Calibri" charset="0"/>
              </a:rPr>
              <a:t>/4392747</a:t>
            </a:r>
          </a:p>
          <a:p>
            <a:pPr defTabSz="914400" eaLnBrk="1" hangingPunct="1">
              <a:spcBef>
                <a:spcPct val="0"/>
              </a:spcBef>
            </a:pPr>
            <a:r>
              <a:rPr lang="en-US" dirty="0">
                <a:latin typeface="Calibri" charset="0"/>
              </a:rPr>
              <a:t>NOTE: This is described in </a:t>
            </a:r>
            <a:r>
              <a:rPr lang="en-US" b="1" dirty="0">
                <a:latin typeface="Calibri" charset="0"/>
              </a:rPr>
              <a:t>ACTIVITY 8: Copy repo from GitHub to local git, page 71</a:t>
            </a:r>
            <a:endParaRPr lang="en-US" dirty="0">
              <a:latin typeface="Calibri" charset="0"/>
            </a:endParaRPr>
          </a:p>
          <a:p>
            <a:pPr defTabSz="914400" eaLnBrk="1" hangingPunct="1">
              <a:spcBef>
                <a:spcPct val="0"/>
              </a:spcBef>
            </a:pPr>
            <a:r>
              <a:rPr lang="en-US" dirty="0">
                <a:latin typeface="Calibri" charset="0"/>
              </a:rPr>
              <a:t>Dotted</a:t>
            </a:r>
            <a:r>
              <a:rPr lang="en-US" baseline="0" dirty="0">
                <a:latin typeface="Calibri" charset="0"/>
              </a:rPr>
              <a:t> lines represent reference </a:t>
            </a:r>
            <a:r>
              <a:rPr lang="en-US" baseline="0" dirty="0" err="1">
                <a:latin typeface="Calibri" charset="0"/>
              </a:rPr>
              <a:t>tlink</a:t>
            </a:r>
            <a:r>
              <a:rPr lang="en-US" baseline="0" dirty="0">
                <a:latin typeface="Calibri" charset="0"/>
              </a:rPr>
              <a:t> o a file.</a:t>
            </a:r>
            <a:endParaRPr lang="en-US" dirty="0">
              <a:latin typeface="Calibri" charset="0"/>
            </a:endParaRPr>
          </a:p>
          <a:p>
            <a:pPr defTabSz="914400" eaLnBrk="1" hangingPunct="1">
              <a:spcBef>
                <a:spcPct val="0"/>
              </a:spcBef>
            </a:pPr>
            <a:r>
              <a:rPr lang="en-US" dirty="0">
                <a:latin typeface="Calibri" charset="0"/>
              </a:rPr>
              <a:t>A local copy of a repository from github.com or private enterprise repo</a:t>
            </a:r>
          </a:p>
          <a:p>
            <a:pPr defTabSz="914400"/>
            <a:r>
              <a:rPr lang="en-US" dirty="0">
                <a:latin typeface="Calibri" charset="0"/>
              </a:rPr>
              <a:t>can be transferred using the </a:t>
            </a:r>
            <a:r>
              <a:rPr lang="en-US" b="1" dirty="0">
                <a:latin typeface="Calibri" charset="0"/>
              </a:rPr>
              <a:t>clone</a:t>
            </a:r>
            <a:r>
              <a:rPr lang="en-US" dirty="0">
                <a:latin typeface="Calibri" charset="0"/>
              </a:rPr>
              <a:t> command issued from within a </a:t>
            </a:r>
            <a:r>
              <a:rPr lang="en-US" b="1" dirty="0">
                <a:latin typeface="Calibri" charset="0"/>
              </a:rPr>
              <a:t>executable.</a:t>
            </a:r>
          </a:p>
          <a:p>
            <a:pPr defTabSz="914400"/>
            <a:r>
              <a:rPr lang="en-US" dirty="0">
                <a:latin typeface="Calibri" charset="0"/>
              </a:rPr>
              <a:t>Settings such as the user’s name and email address are specified in </a:t>
            </a:r>
            <a:r>
              <a:rPr lang="en-US" b="1" dirty="0">
                <a:latin typeface="Calibri" charset="0"/>
              </a:rPr>
              <a:t>config</a:t>
            </a:r>
            <a:r>
              <a:rPr lang="en-US" dirty="0">
                <a:latin typeface="Calibri" charset="0"/>
              </a:rPr>
              <a:t>uration commands.</a:t>
            </a:r>
          </a:p>
          <a:p>
            <a:pPr defTabSz="914400"/>
            <a:r>
              <a:rPr lang="en-US" dirty="0">
                <a:latin typeface="Calibri" charset="0"/>
              </a:rPr>
              <a:t>The target URL is typically copied from the </a:t>
            </a:r>
            <a:r>
              <a:rPr lang="en-US" dirty="0" err="1">
                <a:latin typeface="Calibri" charset="0"/>
              </a:rPr>
              <a:t>github</a:t>
            </a:r>
            <a:r>
              <a:rPr lang="en-US" dirty="0">
                <a:latin typeface="Calibri" charset="0"/>
              </a:rPr>
              <a:t> web page.</a:t>
            </a:r>
          </a:p>
          <a:p>
            <a:pPr defTabSz="914400"/>
            <a:r>
              <a:rPr lang="en-US" dirty="0">
                <a:latin typeface="Calibri" charset="0"/>
              </a:rPr>
              <a:t>But the client can also process commands which handle transfers more securely use public and private keys.</a:t>
            </a:r>
          </a:p>
          <a:p>
            <a:pPr defTabSz="914400"/>
            <a:r>
              <a:rPr lang="en-US" dirty="0">
                <a:latin typeface="Calibri" charset="0"/>
              </a:rPr>
              <a:t>The ssh-keygen generates pairs in the </a:t>
            </a:r>
            <a:r>
              <a:rPr lang="en-US" b="1" dirty="0">
                <a:latin typeface="Calibri" charset="0"/>
              </a:rPr>
              <a:t>.ssh </a:t>
            </a:r>
            <a:r>
              <a:rPr lang="en-US" dirty="0">
                <a:latin typeface="Calibri" charset="0"/>
              </a:rPr>
              <a:t>folder in the home folder of the current user.</a:t>
            </a:r>
          </a:p>
          <a:p>
            <a:pPr defTabSz="914400"/>
            <a:r>
              <a:rPr lang="en-US" dirty="0">
                <a:latin typeface="Calibri" charset="0"/>
              </a:rPr>
              <a:t>The command makes pass phrase optional, but we recommend it.</a:t>
            </a:r>
          </a:p>
          <a:p>
            <a:pPr defTabSz="914400"/>
            <a:r>
              <a:rPr lang="en-US" dirty="0">
                <a:latin typeface="Calibri" charset="0"/>
              </a:rPr>
              <a:t>The contents of the public key is pasted in the </a:t>
            </a:r>
            <a:r>
              <a:rPr lang="en-US" dirty="0" err="1">
                <a:latin typeface="Calibri" charset="0"/>
              </a:rPr>
              <a:t>github</a:t>
            </a:r>
            <a:r>
              <a:rPr lang="en-US" dirty="0">
                <a:latin typeface="Calibri" charset="0"/>
              </a:rPr>
              <a:t> web site for use in signing what it sends out, through typically port 443 rather than port 80.</a:t>
            </a:r>
          </a:p>
          <a:p>
            <a:pPr defTabSz="914400"/>
            <a:endParaRPr lang="en-US" dirty="0">
              <a:latin typeface="Calibri" charset="0"/>
            </a:endParaRPr>
          </a:p>
          <a:p>
            <a:pPr defTabSz="914400"/>
            <a:r>
              <a:rPr lang="en-US" dirty="0">
                <a:latin typeface="Calibri" charset="0"/>
              </a:rPr>
              <a:t>-----</a:t>
            </a:r>
          </a:p>
          <a:p>
            <a:pPr defTabSz="914400"/>
            <a:endParaRPr lang="en-US" dirty="0">
              <a:latin typeface="Calibri" charset="0"/>
            </a:endParaRPr>
          </a:p>
          <a:p>
            <a:pPr defTabSz="914400"/>
            <a:r>
              <a:rPr lang="en-US" dirty="0">
                <a:latin typeface="Calibri" charset="0"/>
              </a:rPr>
              <a:t>There are other options for cloning that we don’t have time for today.</a:t>
            </a:r>
          </a:p>
          <a:p>
            <a:pPr defTabSz="914400"/>
            <a:r>
              <a:rPr lang="en-US" dirty="0">
                <a:latin typeface="Calibri" charset="0"/>
              </a:rPr>
              <a:t>But remember that one can add the name of a directory folder to create on the local drive.</a:t>
            </a:r>
          </a:p>
          <a:p>
            <a:pPr defTabSz="914400"/>
            <a:r>
              <a:rPr lang="en-US" dirty="0">
                <a:latin typeface="Calibri" charset="0"/>
              </a:rPr>
              <a:t>See </a:t>
            </a:r>
            <a:r>
              <a:rPr lang="en-US" dirty="0" err="1">
                <a:latin typeface="Calibri" charset="0"/>
              </a:rPr>
              <a:t>LukyBoy’s</a:t>
            </a:r>
            <a:r>
              <a:rPr lang="en-US" dirty="0">
                <a:latin typeface="Calibri" charset="0"/>
              </a:rPr>
              <a:t> answer</a:t>
            </a:r>
            <a:r>
              <a:rPr lang="en-US" baseline="0" dirty="0">
                <a:latin typeface="Calibri" charset="0"/>
              </a:rPr>
              <a:t> in </a:t>
            </a:r>
            <a:r>
              <a:rPr lang="en-US" dirty="0">
                <a:latin typeface="Calibri" charset="0"/>
              </a:rPr>
              <a:t>http://</a:t>
            </a:r>
            <a:r>
              <a:rPr lang="en-US" dirty="0" err="1">
                <a:latin typeface="Calibri" charset="0"/>
              </a:rPr>
              <a:t>stackoverflow.com</a:t>
            </a:r>
            <a:r>
              <a:rPr lang="en-US" dirty="0">
                <a:latin typeface="Calibri" charset="0"/>
              </a:rPr>
              <a:t>/questions/4220416/can-</a:t>
            </a:r>
            <a:r>
              <a:rPr lang="en-US" dirty="0" err="1">
                <a:latin typeface="Calibri" charset="0"/>
              </a:rPr>
              <a:t>i</a:t>
            </a:r>
            <a:r>
              <a:rPr lang="en-US" dirty="0">
                <a:latin typeface="Calibri" charset="0"/>
              </a:rPr>
              <a:t>-specify-multiple-users-for-myself-in-</a:t>
            </a:r>
            <a:r>
              <a:rPr lang="en-US" dirty="0" err="1">
                <a:latin typeface="Calibri" charset="0"/>
              </a:rPr>
              <a:t>gitconfig</a:t>
            </a:r>
            <a:endParaRPr lang="en-US" dirty="0">
              <a:latin typeface="Calibri" charset="0"/>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dirty="0">
                <a:latin typeface="Calibri" charset="0"/>
              </a:rPr>
              <a:t>https://</a:t>
            </a:r>
            <a:r>
              <a:rPr lang="en-US" dirty="0" err="1">
                <a:latin typeface="Calibri" charset="0"/>
              </a:rPr>
              <a:t>orrsella.com</a:t>
            </a:r>
            <a:r>
              <a:rPr lang="en-US" dirty="0">
                <a:latin typeface="Calibri" charset="0"/>
              </a:rPr>
              <a:t>/2013/08/10/git-using-different-user-emails-for-different-repositories/</a:t>
            </a:r>
          </a:p>
        </p:txBody>
      </p:sp>
      <p:sp>
        <p:nvSpPr>
          <p:cNvPr id="26627" name="Slide Number Placeholder 3"/>
          <p:cNvSpPr>
            <a:spLocks noGrp="1"/>
          </p:cNvSpPr>
          <p:nvPr>
            <p:ph type="sldNum" sz="quarter" idx="5"/>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1400">
                <a:solidFill>
                  <a:schemeClr val="tx1"/>
                </a:solidFill>
                <a:latin typeface="Helvetica" charset="0"/>
                <a:ea typeface="ＭＳ Ｐゴシック" charset="0"/>
                <a:cs typeface="ＭＳ Ｐゴシック" charset="0"/>
              </a:defRPr>
            </a:lvl1pPr>
            <a:lvl2pPr marL="742950" indent="-285750">
              <a:defRPr sz="1400">
                <a:solidFill>
                  <a:schemeClr val="tx1"/>
                </a:solidFill>
                <a:latin typeface="Helvetica" charset="0"/>
                <a:ea typeface="ＭＳ Ｐゴシック" charset="0"/>
              </a:defRPr>
            </a:lvl2pPr>
            <a:lvl3pPr marL="1143000" indent="-228600">
              <a:defRPr sz="1400">
                <a:solidFill>
                  <a:schemeClr val="tx1"/>
                </a:solidFill>
                <a:latin typeface="Helvetica" charset="0"/>
                <a:ea typeface="ＭＳ Ｐゴシック" charset="0"/>
              </a:defRPr>
            </a:lvl3pPr>
            <a:lvl4pPr marL="1600200" indent="-228600">
              <a:defRPr sz="1400">
                <a:solidFill>
                  <a:schemeClr val="tx1"/>
                </a:solidFill>
                <a:latin typeface="Helvetica" charset="0"/>
                <a:ea typeface="ＭＳ Ｐゴシック" charset="0"/>
              </a:defRPr>
            </a:lvl4pPr>
            <a:lvl5pPr marL="2057400" indent="-228600">
              <a:defRPr sz="1400">
                <a:solidFill>
                  <a:schemeClr val="tx1"/>
                </a:solidFill>
                <a:latin typeface="Helvetica" charset="0"/>
                <a:ea typeface="ＭＳ Ｐゴシック" charset="0"/>
              </a:defRPr>
            </a:lvl5pPr>
            <a:lvl6pPr marL="2514600" indent="-228600" defTabSz="342900" eaLnBrk="0" fontAlgn="base" hangingPunct="0">
              <a:spcBef>
                <a:spcPct val="0"/>
              </a:spcBef>
              <a:spcAft>
                <a:spcPct val="0"/>
              </a:spcAft>
              <a:defRPr sz="1400">
                <a:solidFill>
                  <a:schemeClr val="tx1"/>
                </a:solidFill>
                <a:latin typeface="Helvetica" charset="0"/>
                <a:ea typeface="ＭＳ Ｐゴシック" charset="0"/>
              </a:defRPr>
            </a:lvl6pPr>
            <a:lvl7pPr marL="2971800" indent="-228600" defTabSz="342900" eaLnBrk="0" fontAlgn="base" hangingPunct="0">
              <a:spcBef>
                <a:spcPct val="0"/>
              </a:spcBef>
              <a:spcAft>
                <a:spcPct val="0"/>
              </a:spcAft>
              <a:defRPr sz="1400">
                <a:solidFill>
                  <a:schemeClr val="tx1"/>
                </a:solidFill>
                <a:latin typeface="Helvetica" charset="0"/>
                <a:ea typeface="ＭＳ Ｐゴシック" charset="0"/>
              </a:defRPr>
            </a:lvl7pPr>
            <a:lvl8pPr marL="3429000" indent="-228600" defTabSz="342900" eaLnBrk="0" fontAlgn="base" hangingPunct="0">
              <a:spcBef>
                <a:spcPct val="0"/>
              </a:spcBef>
              <a:spcAft>
                <a:spcPct val="0"/>
              </a:spcAft>
              <a:defRPr sz="1400">
                <a:solidFill>
                  <a:schemeClr val="tx1"/>
                </a:solidFill>
                <a:latin typeface="Helvetica" charset="0"/>
                <a:ea typeface="ＭＳ Ｐゴシック" charset="0"/>
              </a:defRPr>
            </a:lvl8pPr>
            <a:lvl9pPr marL="3886200" indent="-228600" defTabSz="342900" eaLnBrk="0" fontAlgn="base" hangingPunct="0">
              <a:spcBef>
                <a:spcPct val="0"/>
              </a:spcBef>
              <a:spcAft>
                <a:spcPct val="0"/>
              </a:spcAft>
              <a:defRPr sz="1400">
                <a:solidFill>
                  <a:schemeClr val="tx1"/>
                </a:solidFill>
                <a:latin typeface="Helvetica" charset="0"/>
                <a:ea typeface="ＭＳ Ｐゴシック" charset="0"/>
              </a:defRPr>
            </a:lvl9pPr>
          </a:lstStyle>
          <a:p>
            <a:fld id="{FFB4A165-36B0-3D4C-AEFE-09FB28E1B792}" type="slidenum">
              <a:rPr lang="en-US" sz="1200">
                <a:latin typeface="Calibri" charset="0"/>
              </a:rPr>
              <a:pPr/>
              <a:t>31</a:t>
            </a:fld>
            <a:endParaRPr lang="en-US" sz="1200">
              <a:latin typeface="Calibri" charset="0"/>
            </a:endParaRPr>
          </a:p>
        </p:txBody>
      </p:sp>
    </p:spTree>
    <p:extLst>
      <p:ext uri="{BB962C8B-B14F-4D97-AF65-F5344CB8AC3E}">
        <p14:creationId xmlns:p14="http://schemas.microsoft.com/office/powerpoint/2010/main" val="237953554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From https://</a:t>
            </a:r>
            <a:r>
              <a:rPr lang="en-US" sz="1200" b="0" kern="1200" dirty="0" err="1">
                <a:solidFill>
                  <a:schemeClr val="tx1"/>
                </a:solidFill>
                <a:effectLst/>
                <a:latin typeface="+mn-lt"/>
                <a:ea typeface="+mn-ea"/>
                <a:cs typeface="+mn-cs"/>
              </a:rPr>
              <a:t>github.com</a:t>
            </a:r>
            <a:r>
              <a:rPr lang="en-US" sz="1200" b="0" kern="1200" dirty="0">
                <a:solidFill>
                  <a:schemeClr val="tx1"/>
                </a:solidFill>
                <a:effectLst/>
                <a:latin typeface="+mn-lt"/>
                <a:ea typeface="+mn-ea"/>
                <a:cs typeface="+mn-cs"/>
              </a:rPr>
              <a:t>/</a:t>
            </a:r>
            <a:r>
              <a:rPr lang="en-US" sz="1200" b="0" kern="1200" dirty="0" err="1">
                <a:solidFill>
                  <a:schemeClr val="tx1"/>
                </a:solidFill>
                <a:effectLst/>
                <a:latin typeface="+mn-lt"/>
                <a:ea typeface="+mn-ea"/>
                <a:cs typeface="+mn-cs"/>
              </a:rPr>
              <a:t>datacamp</a:t>
            </a:r>
            <a:r>
              <a:rPr lang="en-US" sz="1200" b="0" kern="1200" dirty="0">
                <a:solidFill>
                  <a:schemeClr val="tx1"/>
                </a:solidFill>
                <a:effectLst/>
                <a:latin typeface="+mn-lt"/>
                <a:ea typeface="+mn-ea"/>
                <a:cs typeface="+mn-cs"/>
              </a:rPr>
              <a:t>/courses-intro-to-git</a:t>
            </a:r>
          </a:p>
        </p:txBody>
      </p:sp>
      <p:sp>
        <p:nvSpPr>
          <p:cNvPr id="4" name="Slide Number Placeholder 3"/>
          <p:cNvSpPr>
            <a:spLocks noGrp="1"/>
          </p:cNvSpPr>
          <p:nvPr>
            <p:ph type="sldNum" sz="quarter" idx="10"/>
          </p:nvPr>
        </p:nvSpPr>
        <p:spPr/>
        <p:txBody>
          <a:bodyPr/>
          <a:lstStyle/>
          <a:p>
            <a:fld id="{7B4BFB57-1AAC-4CD2-8FD3-7C78521E2E6D}" type="slidenum">
              <a:rPr lang="en-US" smtClean="0"/>
              <a:t>32</a:t>
            </a:fld>
            <a:endParaRPr lang="en-US"/>
          </a:p>
        </p:txBody>
      </p:sp>
    </p:spTree>
    <p:extLst>
      <p:ext uri="{BB962C8B-B14F-4D97-AF65-F5344CB8AC3E}">
        <p14:creationId xmlns:p14="http://schemas.microsoft.com/office/powerpoint/2010/main" val="56187893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This being a short course, we need to exclude certain topics.</a:t>
            </a:r>
          </a:p>
        </p:txBody>
      </p:sp>
      <p:sp>
        <p:nvSpPr>
          <p:cNvPr id="4" name="Slide Number Placeholder 3"/>
          <p:cNvSpPr>
            <a:spLocks noGrp="1"/>
          </p:cNvSpPr>
          <p:nvPr>
            <p:ph type="sldNum" sz="quarter" idx="10"/>
          </p:nvPr>
        </p:nvSpPr>
        <p:spPr/>
        <p:txBody>
          <a:bodyPr/>
          <a:lstStyle/>
          <a:p>
            <a:fld id="{7B4BFB57-1AAC-4CD2-8FD3-7C78521E2E6D}" type="slidenum">
              <a:rPr lang="en-US" smtClean="0"/>
              <a:t>33</a:t>
            </a:fld>
            <a:endParaRPr lang="en-US"/>
          </a:p>
        </p:txBody>
      </p:sp>
    </p:spTree>
    <p:extLst>
      <p:ext uri="{BB962C8B-B14F-4D97-AF65-F5344CB8AC3E}">
        <p14:creationId xmlns:p14="http://schemas.microsoft.com/office/powerpoint/2010/main" val="325752914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This being a short course, we need to exclude certain topics.</a:t>
            </a:r>
          </a:p>
        </p:txBody>
      </p:sp>
      <p:sp>
        <p:nvSpPr>
          <p:cNvPr id="4" name="Slide Number Placeholder 3"/>
          <p:cNvSpPr>
            <a:spLocks noGrp="1"/>
          </p:cNvSpPr>
          <p:nvPr>
            <p:ph type="sldNum" sz="quarter" idx="10"/>
          </p:nvPr>
        </p:nvSpPr>
        <p:spPr/>
        <p:txBody>
          <a:bodyPr/>
          <a:lstStyle/>
          <a:p>
            <a:fld id="{7B4BFB57-1AAC-4CD2-8FD3-7C78521E2E6D}" type="slidenum">
              <a:rPr lang="en-US" smtClean="0"/>
              <a:t>34</a:t>
            </a:fld>
            <a:endParaRPr lang="en-US"/>
          </a:p>
        </p:txBody>
      </p:sp>
    </p:spTree>
    <p:extLst>
      <p:ext uri="{BB962C8B-B14F-4D97-AF65-F5344CB8AC3E}">
        <p14:creationId xmlns:p14="http://schemas.microsoft.com/office/powerpoint/2010/main" val="116275079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This being a short course, we need to exclude certain topics.</a:t>
            </a:r>
          </a:p>
        </p:txBody>
      </p:sp>
      <p:sp>
        <p:nvSpPr>
          <p:cNvPr id="4" name="Slide Number Placeholder 3"/>
          <p:cNvSpPr>
            <a:spLocks noGrp="1"/>
          </p:cNvSpPr>
          <p:nvPr>
            <p:ph type="sldNum" sz="quarter" idx="10"/>
          </p:nvPr>
        </p:nvSpPr>
        <p:spPr/>
        <p:txBody>
          <a:bodyPr/>
          <a:lstStyle/>
          <a:p>
            <a:fld id="{7B4BFB57-1AAC-4CD2-8FD3-7C78521E2E6D}" type="slidenum">
              <a:rPr lang="en-US" smtClean="0"/>
              <a:t>35</a:t>
            </a:fld>
            <a:endParaRPr lang="en-US"/>
          </a:p>
        </p:txBody>
      </p:sp>
    </p:spTree>
    <p:extLst>
      <p:ext uri="{BB962C8B-B14F-4D97-AF65-F5344CB8AC3E}">
        <p14:creationId xmlns:p14="http://schemas.microsoft.com/office/powerpoint/2010/main" val="278029718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git-merge-rebase-650x353-200544.jpg</a:t>
            </a:r>
          </a:p>
          <a:p>
            <a:endParaRPr lang="en-US" dirty="0"/>
          </a:p>
          <a:p>
            <a:r>
              <a:rPr lang="en-US" dirty="0"/>
              <a:t>https://</a:t>
            </a:r>
            <a:r>
              <a:rPr lang="en-US" dirty="0" err="1"/>
              <a:t>www.youtube.com</a:t>
            </a:r>
            <a:r>
              <a:rPr lang="en-US" dirty="0"/>
              <a:t>/</a:t>
            </a:r>
            <a:r>
              <a:rPr lang="en-US" dirty="0" err="1"/>
              <a:t>watch?v</a:t>
            </a:r>
            <a:r>
              <a:rPr lang="en-US" dirty="0"/>
              <a:t>=dO9BtPDIHJ8</a:t>
            </a:r>
          </a:p>
          <a:p>
            <a:r>
              <a:rPr lang="en-US" dirty="0"/>
              <a:t>https://</a:t>
            </a:r>
            <a:r>
              <a:rPr lang="en-US" dirty="0" err="1"/>
              <a:t>www.youtube.com</a:t>
            </a:r>
            <a:r>
              <a:rPr lang="en-US" dirty="0"/>
              <a:t>/</a:t>
            </a:r>
            <a:r>
              <a:rPr lang="en-US" dirty="0" err="1"/>
              <a:t>watch?v</a:t>
            </a:r>
            <a:r>
              <a:rPr lang="en-US" dirty="0"/>
              <a:t>=f1wnYdLEpgI  by Modern Coder</a:t>
            </a:r>
          </a:p>
          <a:p>
            <a:r>
              <a:rPr lang="en-US" dirty="0"/>
              <a:t>https://</a:t>
            </a:r>
            <a:r>
              <a:rPr lang="en-US" dirty="0" err="1"/>
              <a:t>www.youtube.com</a:t>
            </a:r>
            <a:r>
              <a:rPr lang="en-US" dirty="0"/>
              <a:t>/</a:t>
            </a:r>
            <a:r>
              <a:rPr lang="en-US" dirty="0" err="1"/>
              <a:t>watch?v</a:t>
            </a:r>
            <a:r>
              <a:rPr lang="en-US" dirty="0"/>
              <a:t>=TymF3DpidJ8&amp;t=1s</a:t>
            </a:r>
          </a:p>
          <a:p>
            <a:r>
              <a:rPr lang="en-US" dirty="0"/>
              <a:t>https://</a:t>
            </a:r>
            <a:r>
              <a:rPr lang="en-US" dirty="0" err="1"/>
              <a:t>www.youtube.com</a:t>
            </a:r>
            <a:r>
              <a:rPr lang="en-US" dirty="0"/>
              <a:t>/</a:t>
            </a:r>
            <a:r>
              <a:rPr lang="en-US" dirty="0" err="1"/>
              <a:t>watch?v</a:t>
            </a:r>
            <a:r>
              <a:rPr lang="en-US" dirty="0"/>
              <a:t>=</a:t>
            </a:r>
            <a:r>
              <a:rPr lang="en-US" dirty="0" err="1"/>
              <a:t>a_msiOrYLgM</a:t>
            </a:r>
            <a:endParaRPr lang="en-US" dirty="0"/>
          </a:p>
          <a:p>
            <a:r>
              <a:rPr lang="en-US" dirty="0"/>
              <a:t>https://</a:t>
            </a:r>
            <a:r>
              <a:rPr lang="en-US" dirty="0" err="1"/>
              <a:t>www.youtube.com</a:t>
            </a:r>
            <a:r>
              <a:rPr lang="en-US" dirty="0"/>
              <a:t>/</a:t>
            </a:r>
            <a:r>
              <a:rPr lang="en-US" dirty="0" err="1"/>
              <a:t>watch?v</a:t>
            </a:r>
            <a:r>
              <a:rPr lang="en-US" dirty="0"/>
              <a:t>=Nftif2ynvdA</a:t>
            </a:r>
          </a:p>
          <a:p>
            <a:r>
              <a:rPr lang="en-US" dirty="0"/>
              <a:t>https://</a:t>
            </a:r>
            <a:r>
              <a:rPr lang="en-US" dirty="0" err="1"/>
              <a:t>www.youtube.com</a:t>
            </a:r>
            <a:r>
              <a:rPr lang="en-US" dirty="0"/>
              <a:t>/</a:t>
            </a:r>
            <a:r>
              <a:rPr lang="en-US" dirty="0" err="1"/>
              <a:t>watch?v</a:t>
            </a:r>
            <a:r>
              <a:rPr lang="en-US" dirty="0"/>
              <a:t>=g1f_luIO6Vc  (heavy accent)</a:t>
            </a:r>
          </a:p>
          <a:p>
            <a:r>
              <a:rPr lang="en-US" dirty="0"/>
              <a:t>https://</a:t>
            </a:r>
            <a:r>
              <a:rPr lang="en-US" dirty="0" err="1"/>
              <a:t>www.youtube.com</a:t>
            </a:r>
            <a:r>
              <a:rPr lang="en-US" dirty="0"/>
              <a:t>/</a:t>
            </a:r>
            <a:r>
              <a:rPr lang="en-US" dirty="0" err="1"/>
              <a:t>watch?v</a:t>
            </a:r>
            <a:r>
              <a:rPr lang="en-US" dirty="0"/>
              <a:t>=YoByop6ccTc</a:t>
            </a:r>
          </a:p>
          <a:p>
            <a:endParaRPr lang="en-US" dirty="0"/>
          </a:p>
        </p:txBody>
      </p:sp>
      <p:sp>
        <p:nvSpPr>
          <p:cNvPr id="4" name="Slide Number Placeholder 3"/>
          <p:cNvSpPr>
            <a:spLocks noGrp="1"/>
          </p:cNvSpPr>
          <p:nvPr>
            <p:ph type="sldNum" sz="quarter" idx="10"/>
          </p:nvPr>
        </p:nvSpPr>
        <p:spPr/>
        <p:txBody>
          <a:bodyPr/>
          <a:lstStyle/>
          <a:p>
            <a:pPr>
              <a:defRPr/>
            </a:pPr>
            <a:fld id="{631C2E65-C48E-EB49-B8DF-701DB40EA457}" type="slidenum">
              <a:rPr lang="en-US" smtClean="0"/>
              <a:pPr>
                <a:defRPr/>
              </a:pPr>
              <a:t>36</a:t>
            </a:fld>
            <a:endParaRPr lang="en-US"/>
          </a:p>
        </p:txBody>
      </p:sp>
    </p:spTree>
    <p:extLst>
      <p:ext uri="{BB962C8B-B14F-4D97-AF65-F5344CB8AC3E}">
        <p14:creationId xmlns:p14="http://schemas.microsoft.com/office/powerpoint/2010/main" val="40985736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B4BFB57-1AAC-4CD2-8FD3-7C78521E2E6D}" type="slidenum">
              <a:rPr lang="en-US" smtClean="0"/>
              <a:t>37</a:t>
            </a:fld>
            <a:endParaRPr lang="en-US"/>
          </a:p>
        </p:txBody>
      </p:sp>
    </p:spTree>
    <p:extLst>
      <p:ext uri="{BB962C8B-B14F-4D97-AF65-F5344CB8AC3E}">
        <p14:creationId xmlns:p14="http://schemas.microsoft.com/office/powerpoint/2010/main" val="227965567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gitlab-about-offerings-1141x607.png</a:t>
            </a:r>
          </a:p>
        </p:txBody>
      </p:sp>
      <p:sp>
        <p:nvSpPr>
          <p:cNvPr id="4" name="Slide Number Placeholder 3"/>
          <p:cNvSpPr>
            <a:spLocks noGrp="1"/>
          </p:cNvSpPr>
          <p:nvPr>
            <p:ph type="sldNum" sz="quarter" idx="10"/>
          </p:nvPr>
        </p:nvSpPr>
        <p:spPr/>
        <p:txBody>
          <a:bodyPr/>
          <a:lstStyle/>
          <a:p>
            <a:fld id="{7B4BFB57-1AAC-4CD2-8FD3-7C78521E2E6D}" type="slidenum">
              <a:rPr lang="en-US" smtClean="0"/>
              <a:t>38</a:t>
            </a:fld>
            <a:endParaRPr lang="en-US"/>
          </a:p>
        </p:txBody>
      </p:sp>
    </p:spTree>
    <p:extLst>
      <p:ext uri="{BB962C8B-B14F-4D97-AF65-F5344CB8AC3E}">
        <p14:creationId xmlns:p14="http://schemas.microsoft.com/office/powerpoint/2010/main" val="83973199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Slide Image Placeholder 1"/>
          <p:cNvSpPr>
            <a:spLocks noGrp="1" noRot="1" noChangeAspect="1" noTextEdit="1"/>
          </p:cNvSpPr>
          <p:nvPr>
            <p:ph type="sldImg"/>
          </p:nvPr>
        </p:nvSpPr>
        <p:spPr bwMode="auto">
          <a:noFill/>
          <a:ln>
            <a:solidFill>
              <a:srgbClr val="000000"/>
            </a:solidFill>
            <a:miter lim="800000"/>
            <a:headEnd/>
            <a:tailEnd/>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Lst>
        </p:spPr>
      </p:sp>
      <p:sp>
        <p:nvSpPr>
          <p:cNvPr id="17410"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baseline="0" dirty="0">
              <a:latin typeface="Calibri" charset="0"/>
            </a:endParaRPr>
          </a:p>
        </p:txBody>
      </p:sp>
      <p:sp>
        <p:nvSpPr>
          <p:cNvPr id="17411" name="Slide Number Placeholder 3"/>
          <p:cNvSpPr>
            <a:spLocks noGrp="1"/>
          </p:cNvSpPr>
          <p:nvPr>
            <p:ph type="sldNum" sz="quarter" idx="5"/>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1400">
                <a:solidFill>
                  <a:schemeClr val="tx1"/>
                </a:solidFill>
                <a:latin typeface="Helvetica" charset="0"/>
                <a:ea typeface="ＭＳ Ｐゴシック" charset="0"/>
                <a:cs typeface="ＭＳ Ｐゴシック" charset="0"/>
              </a:defRPr>
            </a:lvl1pPr>
            <a:lvl2pPr marL="742950" indent="-285750">
              <a:defRPr sz="1400">
                <a:solidFill>
                  <a:schemeClr val="tx1"/>
                </a:solidFill>
                <a:latin typeface="Helvetica" charset="0"/>
                <a:ea typeface="ＭＳ Ｐゴシック" charset="0"/>
              </a:defRPr>
            </a:lvl2pPr>
            <a:lvl3pPr marL="1143000" indent="-228600">
              <a:defRPr sz="1400">
                <a:solidFill>
                  <a:schemeClr val="tx1"/>
                </a:solidFill>
                <a:latin typeface="Helvetica" charset="0"/>
                <a:ea typeface="ＭＳ Ｐゴシック" charset="0"/>
              </a:defRPr>
            </a:lvl3pPr>
            <a:lvl4pPr marL="1600200" indent="-228600">
              <a:defRPr sz="1400">
                <a:solidFill>
                  <a:schemeClr val="tx1"/>
                </a:solidFill>
                <a:latin typeface="Helvetica" charset="0"/>
                <a:ea typeface="ＭＳ Ｐゴシック" charset="0"/>
              </a:defRPr>
            </a:lvl4pPr>
            <a:lvl5pPr marL="2057400" indent="-228600">
              <a:defRPr sz="1400">
                <a:solidFill>
                  <a:schemeClr val="tx1"/>
                </a:solidFill>
                <a:latin typeface="Helvetica" charset="0"/>
                <a:ea typeface="ＭＳ Ｐゴシック" charset="0"/>
              </a:defRPr>
            </a:lvl5pPr>
            <a:lvl6pPr marL="2514600" indent="-228600" defTabSz="342900" eaLnBrk="0" fontAlgn="base" hangingPunct="0">
              <a:spcBef>
                <a:spcPct val="0"/>
              </a:spcBef>
              <a:spcAft>
                <a:spcPct val="0"/>
              </a:spcAft>
              <a:defRPr sz="1400">
                <a:solidFill>
                  <a:schemeClr val="tx1"/>
                </a:solidFill>
                <a:latin typeface="Helvetica" charset="0"/>
                <a:ea typeface="ＭＳ Ｐゴシック" charset="0"/>
              </a:defRPr>
            </a:lvl6pPr>
            <a:lvl7pPr marL="2971800" indent="-228600" defTabSz="342900" eaLnBrk="0" fontAlgn="base" hangingPunct="0">
              <a:spcBef>
                <a:spcPct val="0"/>
              </a:spcBef>
              <a:spcAft>
                <a:spcPct val="0"/>
              </a:spcAft>
              <a:defRPr sz="1400">
                <a:solidFill>
                  <a:schemeClr val="tx1"/>
                </a:solidFill>
                <a:latin typeface="Helvetica" charset="0"/>
                <a:ea typeface="ＭＳ Ｐゴシック" charset="0"/>
              </a:defRPr>
            </a:lvl7pPr>
            <a:lvl8pPr marL="3429000" indent="-228600" defTabSz="342900" eaLnBrk="0" fontAlgn="base" hangingPunct="0">
              <a:spcBef>
                <a:spcPct val="0"/>
              </a:spcBef>
              <a:spcAft>
                <a:spcPct val="0"/>
              </a:spcAft>
              <a:defRPr sz="1400">
                <a:solidFill>
                  <a:schemeClr val="tx1"/>
                </a:solidFill>
                <a:latin typeface="Helvetica" charset="0"/>
                <a:ea typeface="ＭＳ Ｐゴシック" charset="0"/>
              </a:defRPr>
            </a:lvl8pPr>
            <a:lvl9pPr marL="3886200" indent="-228600" defTabSz="342900" eaLnBrk="0" fontAlgn="base" hangingPunct="0">
              <a:spcBef>
                <a:spcPct val="0"/>
              </a:spcBef>
              <a:spcAft>
                <a:spcPct val="0"/>
              </a:spcAft>
              <a:defRPr sz="1400">
                <a:solidFill>
                  <a:schemeClr val="tx1"/>
                </a:solidFill>
                <a:latin typeface="Helvetica" charset="0"/>
                <a:ea typeface="ＭＳ Ｐゴシック" charset="0"/>
              </a:defRPr>
            </a:lvl9pPr>
          </a:lstStyle>
          <a:p>
            <a:fld id="{92243904-BF6F-9049-8B97-39B905082BDF}" type="slidenum">
              <a:rPr lang="en-US" sz="1200">
                <a:latin typeface="Calibri" charset="0"/>
              </a:rPr>
              <a:pPr/>
              <a:t>39</a:t>
            </a:fld>
            <a:endParaRPr lang="en-US" sz="1200">
              <a:latin typeface="Calibri" charset="0"/>
            </a:endParaRPr>
          </a:p>
        </p:txBody>
      </p:sp>
    </p:spTree>
    <p:extLst>
      <p:ext uri="{BB962C8B-B14F-4D97-AF65-F5344CB8AC3E}">
        <p14:creationId xmlns:p14="http://schemas.microsoft.com/office/powerpoint/2010/main" val="270078555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Main title slide with sub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524000" y="1122363"/>
            <a:ext cx="9144000" cy="2387600"/>
          </a:xfrm>
        </p:spPr>
        <p:txBody>
          <a:bodyPr anchor="b"/>
          <a:lstStyle>
            <a:lvl1pPr algn="ctr">
              <a:defRPr sz="6000" b="1" baseline="0"/>
            </a:lvl1pPr>
          </a:lstStyle>
          <a:p>
            <a:r>
              <a:rPr lang="en-GB" dirty="0"/>
              <a:t>Main Video Title</a:t>
            </a:r>
            <a:endParaRPr lang="en-US" dirty="0"/>
          </a:p>
        </p:txBody>
      </p:sp>
      <p:sp>
        <p:nvSpPr>
          <p:cNvPr id="3" name="Subtitle 2"/>
          <p:cNvSpPr>
            <a:spLocks noGrp="1"/>
          </p:cNvSpPr>
          <p:nvPr>
            <p:ph type="subTitle" idx="1" hasCustomPrompt="1"/>
          </p:nvPr>
        </p:nvSpPr>
        <p:spPr>
          <a:xfrm>
            <a:off x="1524000" y="3792667"/>
            <a:ext cx="9144000" cy="1105690"/>
          </a:xfrm>
        </p:spPr>
        <p:txBody>
          <a:bodyPr>
            <a:normAutofit/>
          </a:bodyPr>
          <a:lstStyle>
            <a:lvl1pPr marL="0" indent="0" algn="ctr">
              <a:buNone/>
              <a:defRPr sz="4000" b="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Subtitle</a:t>
            </a:r>
            <a:endParaRPr lang="en-US" dirty="0"/>
          </a:p>
        </p:txBody>
      </p:sp>
      <p:sp>
        <p:nvSpPr>
          <p:cNvPr id="5" name="Text Placeholder 4"/>
          <p:cNvSpPr>
            <a:spLocks noGrp="1"/>
          </p:cNvSpPr>
          <p:nvPr>
            <p:ph type="body" sz="quarter" idx="10" hasCustomPrompt="1"/>
          </p:nvPr>
        </p:nvSpPr>
        <p:spPr>
          <a:xfrm>
            <a:off x="1524000" y="5278671"/>
            <a:ext cx="9144000" cy="612775"/>
          </a:xfrm>
        </p:spPr>
        <p:txBody>
          <a:bodyPr/>
          <a:lstStyle>
            <a:lvl1pPr marL="0" indent="0" algn="ctr">
              <a:buFontTx/>
              <a:buNone/>
              <a:defRPr b="1"/>
            </a:lvl1pPr>
          </a:lstStyle>
          <a:p>
            <a:pPr lvl="0"/>
            <a:r>
              <a:rPr lang="en-GB" dirty="0"/>
              <a:t>Author’s Name</a:t>
            </a:r>
          </a:p>
        </p:txBody>
      </p:sp>
    </p:spTree>
    <p:extLst>
      <p:ext uri="{BB962C8B-B14F-4D97-AF65-F5344CB8AC3E}">
        <p14:creationId xmlns:p14="http://schemas.microsoft.com/office/powerpoint/2010/main" val="1723305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1"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fill="hold"/>
                                        <p:tgtEl>
                                          <p:spTgt spid="2"/>
                                        </p:tgtEl>
                                        <p:attrNameLst>
                                          <p:attrName>ppt_x</p:attrName>
                                        </p:attrNameLst>
                                      </p:cBhvr>
                                      <p:tavLst>
                                        <p:tav tm="0">
                                          <p:val>
                                            <p:strVal val="#ppt_x"/>
                                          </p:val>
                                        </p:tav>
                                        <p:tav tm="100000">
                                          <p:val>
                                            <p:strVal val="#ppt_x"/>
                                          </p:val>
                                        </p:tav>
                                      </p:tavLst>
                                    </p:anim>
                                    <p:anim calcmode="lin" valueType="num">
                                      <p:cBhvr>
                                        <p:cTn id="9" dur="50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10" presetClass="entr" presetSubtype="0" fill="hold" grpId="2" nodeType="afterEffect">
                                  <p:stCondLst>
                                    <p:cond delay="50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fade">
                                      <p:cBhvr>
                                        <p:cTn id="13" dur="500"/>
                                        <p:tgtEl>
                                          <p:spTgt spid="3">
                                            <p:txEl>
                                              <p:pRg st="0" end="0"/>
                                            </p:txEl>
                                          </p:spTgt>
                                        </p:tgtEl>
                                      </p:cBhvr>
                                    </p:animEffect>
                                  </p:childTnLst>
                                </p:cTn>
                              </p:par>
                            </p:childTnLst>
                          </p:cTn>
                        </p:par>
                        <p:par>
                          <p:cTn id="14" fill="hold">
                            <p:stCondLst>
                              <p:cond delay="1500"/>
                            </p:stCondLst>
                            <p:childTnLst>
                              <p:par>
                                <p:cTn id="15" presetID="10" presetClass="entr" presetSubtype="0" fill="hold" grpId="1" nodeType="afterEffect">
                                  <p:stCondLst>
                                    <p:cond delay="500"/>
                                  </p:stCondLst>
                                  <p:childTnLst>
                                    <p:set>
                                      <p:cBhvr>
                                        <p:cTn id="16" dur="1" fill="hold">
                                          <p:stCondLst>
                                            <p:cond delay="0"/>
                                          </p:stCondLst>
                                        </p:cTn>
                                        <p:tgtEl>
                                          <p:spTgt spid="5">
                                            <p:txEl>
                                              <p:pRg st="0" end="0"/>
                                            </p:txEl>
                                          </p:spTgt>
                                        </p:tgtEl>
                                        <p:attrNameLst>
                                          <p:attrName>style.visibility</p:attrName>
                                        </p:attrNameLst>
                                      </p:cBhvr>
                                      <p:to>
                                        <p:strVal val="visible"/>
                                      </p:to>
                                    </p:set>
                                    <p:animEffect transition="in" filter="fade">
                                      <p:cBhvr>
                                        <p:cTn id="1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1"/>
      <p:bldP spid="3" grpId="2" build="p">
        <p:tmplLst>
          <p:tmpl lvl="1">
            <p:tnLst>
              <p:par>
                <p:cTn presetID="10" presetClass="entr" presetSubtype="0" fill="hold" nodeType="afterEffect">
                  <p:stCondLst>
                    <p:cond delay="50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P spid="5" grpId="1" build="p">
        <p:tmplLst>
          <p:tmpl lvl="1">
            <p:tnLst>
              <p:par>
                <p:cTn presetID="10" presetClass="entr" presetSubtype="0" fill="hold" nodeType="afterEffect">
                  <p:stCondLst>
                    <p:cond delay="500"/>
                  </p:stCondLst>
                  <p:childTnLst>
                    <p:set>
                      <p:cBhvr>
                        <p:cTn dur="1" fill="hold">
                          <p:stCondLst>
                            <p:cond delay="0"/>
                          </p:stCondLst>
                        </p:cTn>
                        <p:tgtEl>
                          <p:spTgt spid="5"/>
                        </p:tgtEl>
                        <p:attrNameLst>
                          <p:attrName>style.visibility</p:attrName>
                        </p:attrNameLst>
                      </p:cBhvr>
                      <p:to>
                        <p:strVal val="visible"/>
                      </p:to>
                    </p:set>
                    <p:animEffect transition="in" filter="fade">
                      <p:cBhvr>
                        <p:cTn dur="500"/>
                        <p:tgtEl>
                          <p:spTgt spid="5"/>
                        </p:tgtEl>
                      </p:cBhvr>
                    </p:animEffect>
                  </p:childTnLst>
                </p:cTn>
              </p:par>
            </p:tnLst>
          </p:tmpl>
        </p:tmplLst>
      </p:bldP>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Main title slide no sub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ext Placeholder 4"/>
          <p:cNvSpPr>
            <a:spLocks noGrp="1"/>
          </p:cNvSpPr>
          <p:nvPr>
            <p:ph type="body" sz="quarter" idx="10" hasCustomPrompt="1"/>
          </p:nvPr>
        </p:nvSpPr>
        <p:spPr>
          <a:xfrm>
            <a:off x="1524000" y="4521932"/>
            <a:ext cx="9144000" cy="612775"/>
          </a:xfrm>
        </p:spPr>
        <p:txBody>
          <a:bodyPr/>
          <a:lstStyle>
            <a:lvl1pPr marL="0" indent="0" algn="ctr">
              <a:buFontTx/>
              <a:buNone/>
              <a:defRPr b="1"/>
            </a:lvl1pPr>
          </a:lstStyle>
          <a:p>
            <a:pPr lvl="0"/>
            <a:r>
              <a:rPr lang="en-GB" dirty="0"/>
              <a:t>Author’s Name</a:t>
            </a:r>
          </a:p>
        </p:txBody>
      </p:sp>
      <p:sp>
        <p:nvSpPr>
          <p:cNvPr id="6" name="Title 1"/>
          <p:cNvSpPr>
            <a:spLocks noGrp="1"/>
          </p:cNvSpPr>
          <p:nvPr>
            <p:ph type="ctrTitle" hasCustomPrompt="1"/>
          </p:nvPr>
        </p:nvSpPr>
        <p:spPr>
          <a:xfrm>
            <a:off x="1524000" y="2112576"/>
            <a:ext cx="9144000" cy="1901880"/>
          </a:xfrm>
        </p:spPr>
        <p:txBody>
          <a:bodyPr anchor="ctr" anchorCtr="0"/>
          <a:lstStyle>
            <a:lvl1pPr algn="ctr" fontAlgn="auto">
              <a:defRPr sz="6000" b="1"/>
            </a:lvl1pPr>
          </a:lstStyle>
          <a:p>
            <a:r>
              <a:rPr lang="en-GB" dirty="0"/>
              <a:t>Main Video Title</a:t>
            </a:r>
            <a:endParaRPr lang="en-US" dirty="0"/>
          </a:p>
        </p:txBody>
      </p:sp>
    </p:spTree>
    <p:extLst>
      <p:ext uri="{BB962C8B-B14F-4D97-AF65-F5344CB8AC3E}">
        <p14:creationId xmlns:p14="http://schemas.microsoft.com/office/powerpoint/2010/main" val="1198879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50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par>
                                <p:cTn id="8" presetID="42"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anim calcmode="lin" valueType="num">
                                      <p:cBhvr>
                                        <p:cTn id="11" dur="500" fill="hold"/>
                                        <p:tgtEl>
                                          <p:spTgt spid="6"/>
                                        </p:tgtEl>
                                        <p:attrNameLst>
                                          <p:attrName>ppt_x</p:attrName>
                                        </p:attrNameLst>
                                      </p:cBhvr>
                                      <p:tavLst>
                                        <p:tav tm="0">
                                          <p:val>
                                            <p:strVal val="#ppt_x"/>
                                          </p:val>
                                        </p:tav>
                                        <p:tav tm="100000">
                                          <p:val>
                                            <p:strVal val="#ppt_x"/>
                                          </p:val>
                                        </p:tav>
                                      </p:tavLst>
                                    </p:anim>
                                    <p:anim calcmode="lin" valueType="num">
                                      <p:cBhvr>
                                        <p:cTn id="12" dur="5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tmplLst>
          <p:tmpl lvl="1">
            <p:tnLst>
              <p:par>
                <p:cTn presetID="10" presetClass="entr" presetSubtype="0" fill="hold" nodeType="afterEffect">
                  <p:stCondLst>
                    <p:cond delay="500"/>
                  </p:stCondLst>
                  <p:childTnLst>
                    <p:set>
                      <p:cBhvr>
                        <p:cTn dur="1" fill="hold">
                          <p:stCondLst>
                            <p:cond delay="0"/>
                          </p:stCondLst>
                        </p:cTn>
                        <p:tgtEl>
                          <p:spTgt spid="5"/>
                        </p:tgtEl>
                        <p:attrNameLst>
                          <p:attrName>style.visibility</p:attrName>
                        </p:attrNameLst>
                      </p:cBhvr>
                      <p:to>
                        <p:strVal val="visible"/>
                      </p:to>
                    </p:set>
                    <p:animEffect transition="in" filter="fade">
                      <p:cBhvr>
                        <p:cTn dur="500"/>
                        <p:tgtEl>
                          <p:spTgt spid="5"/>
                        </p:tgtEl>
                      </p:cBhvr>
                    </p:animEffect>
                  </p:childTnLst>
                </p:cTn>
              </p:par>
            </p:tnLst>
          </p:tmpl>
        </p:tmplLst>
      </p:bldP>
      <p:bldP spid="6" grpId="0"/>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gment title slide with sub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p:cNvSpPr>
            <a:spLocks noGrp="1"/>
          </p:cNvSpPr>
          <p:nvPr>
            <p:ph type="ctrTitle" hasCustomPrompt="1"/>
          </p:nvPr>
        </p:nvSpPr>
        <p:spPr>
          <a:xfrm>
            <a:off x="1524000" y="1678329"/>
            <a:ext cx="9144000" cy="1831634"/>
          </a:xfrm>
        </p:spPr>
        <p:txBody>
          <a:bodyPr anchor="b"/>
          <a:lstStyle>
            <a:lvl1pPr algn="ctr">
              <a:defRPr sz="6000" b="1"/>
            </a:lvl1pPr>
          </a:lstStyle>
          <a:p>
            <a:r>
              <a:rPr lang="en-GB" dirty="0"/>
              <a:t>Segment Title Slide</a:t>
            </a:r>
            <a:endParaRPr lang="en-US" dirty="0"/>
          </a:p>
        </p:txBody>
      </p:sp>
      <p:sp>
        <p:nvSpPr>
          <p:cNvPr id="3" name="Subtitle 2"/>
          <p:cNvSpPr>
            <a:spLocks noGrp="1"/>
          </p:cNvSpPr>
          <p:nvPr>
            <p:ph type="subTitle" idx="1" hasCustomPrompt="1"/>
          </p:nvPr>
        </p:nvSpPr>
        <p:spPr>
          <a:xfrm>
            <a:off x="1524000" y="3929297"/>
            <a:ext cx="9144000" cy="1105690"/>
          </a:xfrm>
        </p:spPr>
        <p:txBody>
          <a:bodyPr>
            <a:normAutofit/>
          </a:bodyPr>
          <a:lstStyle>
            <a:lvl1pPr marL="0" indent="0" algn="ctr">
              <a:buNone/>
              <a:defRPr sz="4000" b="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Subtitle</a:t>
            </a:r>
            <a:endParaRPr lang="en-US" dirty="0"/>
          </a:p>
        </p:txBody>
      </p:sp>
    </p:spTree>
    <p:extLst>
      <p:ext uri="{BB962C8B-B14F-4D97-AF65-F5344CB8AC3E}">
        <p14:creationId xmlns:p14="http://schemas.microsoft.com/office/powerpoint/2010/main" val="16005318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anim calcmode="lin" valueType="num">
                                      <p:cBhvr>
                                        <p:cTn id="8" dur="500" fill="hold"/>
                                        <p:tgtEl>
                                          <p:spTgt spid="7"/>
                                        </p:tgtEl>
                                        <p:attrNameLst>
                                          <p:attrName>ppt_x</p:attrName>
                                        </p:attrNameLst>
                                      </p:cBhvr>
                                      <p:tavLst>
                                        <p:tav tm="0">
                                          <p:val>
                                            <p:strVal val="#ppt_x"/>
                                          </p:val>
                                        </p:tav>
                                        <p:tav tm="100000">
                                          <p:val>
                                            <p:strVal val="#ppt_x"/>
                                          </p:val>
                                        </p:tav>
                                      </p:tavLst>
                                    </p:anim>
                                    <p:anim calcmode="lin" valueType="num">
                                      <p:cBhvr>
                                        <p:cTn id="9" dur="500" fill="hold"/>
                                        <p:tgtEl>
                                          <p:spTgt spid="7"/>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10" presetClass="entr" presetSubtype="0" fill="hold" grpId="0" nodeType="afterEffect">
                                  <p:stCondLst>
                                    <p:cond delay="50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fade">
                                      <p:cBhvr>
                                        <p:cTn id="13"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 grpId="0" build="p">
        <p:tmplLst>
          <p:tmpl lvl="1">
            <p:tnLst>
              <p:par>
                <p:cTn presetID="10" presetClass="entr" presetSubtype="0" fill="hold" nodeType="afterEffect">
                  <p:stCondLst>
                    <p:cond delay="50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gment title slide no sub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p:cNvSpPr>
            <a:spLocks noGrp="1"/>
          </p:cNvSpPr>
          <p:nvPr>
            <p:ph type="ctrTitle" hasCustomPrompt="1"/>
          </p:nvPr>
        </p:nvSpPr>
        <p:spPr>
          <a:xfrm>
            <a:off x="1524000" y="2325414"/>
            <a:ext cx="9144000" cy="2207172"/>
          </a:xfrm>
        </p:spPr>
        <p:txBody>
          <a:bodyPr anchor="ctr" anchorCtr="0"/>
          <a:lstStyle>
            <a:lvl1pPr algn="ctr" fontAlgn="auto">
              <a:defRPr sz="6000" b="1"/>
            </a:lvl1pPr>
          </a:lstStyle>
          <a:p>
            <a:r>
              <a:rPr lang="en-GB" dirty="0"/>
              <a:t>Segment Title Slide</a:t>
            </a:r>
            <a:endParaRPr lang="en-US" dirty="0"/>
          </a:p>
        </p:txBody>
      </p:sp>
    </p:spTree>
    <p:extLst>
      <p:ext uri="{BB962C8B-B14F-4D97-AF65-F5344CB8AC3E}">
        <p14:creationId xmlns:p14="http://schemas.microsoft.com/office/powerpoint/2010/main" val="729002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anim calcmode="lin" valueType="num">
                                      <p:cBhvr>
                                        <p:cTn id="8" dur="500" fill="hold"/>
                                        <p:tgtEl>
                                          <p:spTgt spid="7"/>
                                        </p:tgtEl>
                                        <p:attrNameLst>
                                          <p:attrName>ppt_x</p:attrName>
                                        </p:attrNameLst>
                                      </p:cBhvr>
                                      <p:tavLst>
                                        <p:tav tm="0">
                                          <p:val>
                                            <p:strVal val="#ppt_x"/>
                                          </p:val>
                                        </p:tav>
                                        <p:tav tm="100000">
                                          <p:val>
                                            <p:strVal val="#ppt_x"/>
                                          </p:val>
                                        </p:tav>
                                      </p:tavLst>
                                    </p:anim>
                                    <p:anim calcmode="lin" valueType="num">
                                      <p:cBhvr>
                                        <p:cTn id="9" dur="5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Content Placeholder 2"/>
          <p:cNvSpPr>
            <a:spLocks noGrp="1"/>
          </p:cNvSpPr>
          <p:nvPr>
            <p:ph idx="1" hasCustomPrompt="1"/>
          </p:nvPr>
        </p:nvSpPr>
        <p:spPr>
          <a:xfrm>
            <a:off x="838200" y="1825624"/>
            <a:ext cx="10515600" cy="3851275"/>
          </a:xfrm>
        </p:spPr>
        <p:txBody>
          <a:bodyPr/>
          <a:lstStyle>
            <a:lvl1pPr>
              <a:defRPr b="1"/>
            </a:lvl1pPr>
          </a:lstStyle>
          <a:p>
            <a:pPr lvl="0"/>
            <a:r>
              <a:rPr lang="en-GB" dirty="0"/>
              <a:t>Bullet</a:t>
            </a:r>
          </a:p>
          <a:p>
            <a:pPr lvl="0"/>
            <a:r>
              <a:rPr lang="en-GB" dirty="0"/>
              <a:t>Bullet</a:t>
            </a:r>
          </a:p>
          <a:p>
            <a:pPr lvl="0"/>
            <a:r>
              <a:rPr lang="en-GB" dirty="0"/>
              <a:t>Bullet text</a:t>
            </a:r>
          </a:p>
          <a:p>
            <a:pPr lvl="0"/>
            <a:r>
              <a:rPr lang="en-GB" dirty="0"/>
              <a:t>Bullet text</a:t>
            </a:r>
          </a:p>
        </p:txBody>
      </p:sp>
      <p:sp>
        <p:nvSpPr>
          <p:cNvPr id="8" name="Title 1"/>
          <p:cNvSpPr>
            <a:spLocks noGrp="1"/>
          </p:cNvSpPr>
          <p:nvPr>
            <p:ph type="title" hasCustomPrompt="1"/>
          </p:nvPr>
        </p:nvSpPr>
        <p:spPr>
          <a:xfrm>
            <a:off x="838200" y="365125"/>
            <a:ext cx="10515600" cy="1325563"/>
          </a:xfrm>
        </p:spPr>
        <p:txBody>
          <a:bodyPr/>
          <a:lstStyle>
            <a:lvl1pPr>
              <a:defRPr b="1"/>
            </a:lvl1pPr>
          </a:lstStyle>
          <a:p>
            <a:r>
              <a:rPr lang="en-GB" dirty="0"/>
              <a:t>Slide Title</a:t>
            </a:r>
            <a:endParaRPr lang="en-US" dirty="0"/>
          </a:p>
        </p:txBody>
      </p:sp>
    </p:spTree>
    <p:extLst>
      <p:ext uri="{BB962C8B-B14F-4D97-AF65-F5344CB8AC3E}">
        <p14:creationId xmlns:p14="http://schemas.microsoft.com/office/powerpoint/2010/main" val="758976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fade">
                                      <p:cBhvr>
                                        <p:cTn id="11" dur="500"/>
                                        <p:tgtEl>
                                          <p:spTgt spid="7">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7">
                                            <p:txEl>
                                              <p:pRg st="1" end="1"/>
                                            </p:txEl>
                                          </p:spTgt>
                                        </p:tgtEl>
                                        <p:attrNameLst>
                                          <p:attrName>style.visibility</p:attrName>
                                        </p:attrNameLst>
                                      </p:cBhvr>
                                      <p:to>
                                        <p:strVal val="visible"/>
                                      </p:to>
                                    </p:set>
                                    <p:animEffect transition="in" filter="fade">
                                      <p:cBhvr>
                                        <p:cTn id="16" dur="500"/>
                                        <p:tgtEl>
                                          <p:spTgt spid="7">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7">
                                            <p:txEl>
                                              <p:pRg st="2" end="2"/>
                                            </p:txEl>
                                          </p:spTgt>
                                        </p:tgtEl>
                                        <p:attrNameLst>
                                          <p:attrName>style.visibility</p:attrName>
                                        </p:attrNameLst>
                                      </p:cBhvr>
                                      <p:to>
                                        <p:strVal val="visible"/>
                                      </p:to>
                                    </p:set>
                                    <p:animEffect transition="in" filter="fade">
                                      <p:cBhvr>
                                        <p:cTn id="21" dur="500"/>
                                        <p:tgtEl>
                                          <p:spTgt spid="7">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7">
                                            <p:txEl>
                                              <p:pRg st="3" end="3"/>
                                            </p:txEl>
                                          </p:spTgt>
                                        </p:tgtEl>
                                        <p:attrNameLst>
                                          <p:attrName>style.visibility</p:attrName>
                                        </p:attrNameLst>
                                      </p:cBhvr>
                                      <p:to>
                                        <p:strVal val="visible"/>
                                      </p:to>
                                    </p:set>
                                    <p:animEffect transition="in" filter="fade">
                                      <p:cBhvr>
                                        <p:cTn id="26" dur="500"/>
                                        <p:tgtEl>
                                          <p:spTgt spid="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10" presetClass="entr" presetSubtype="0" fill="hold" nodeType="click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fade">
                      <p:cBhvr>
                        <p:cTn dur="500"/>
                        <p:tgtEl>
                          <p:spTgt spid="7"/>
                        </p:tgtEl>
                      </p:cBhvr>
                    </p:animEffect>
                  </p:childTnLst>
                </p:cTn>
              </p:par>
            </p:tnLst>
          </p:tmpl>
        </p:tmplLst>
      </p:bldP>
      <p:bldP spid="8" grpId="0"/>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28D04D-DD83-B041-8E76-AE0FA7F1582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DB3692-1BA6-C040-8126-2EAA694AC0C9}"/>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ADFFD6-B3B3-6141-B46B-EEB87DFF8399}"/>
              </a:ext>
            </a:extLst>
          </p:cNvPr>
          <p:cNvSpPr>
            <a:spLocks noGrp="1"/>
          </p:cNvSpPr>
          <p:nvPr>
            <p:ph type="dt" sz="half" idx="10"/>
          </p:nvPr>
        </p:nvSpPr>
        <p:spPr/>
        <p:txBody>
          <a:bodyPr/>
          <a:lstStyle/>
          <a:p>
            <a:fld id="{7CF16893-3DC5-AA4A-A588-1A16777E815D}" type="datetimeFigureOut">
              <a:rPr lang="en-US" smtClean="0"/>
              <a:t>10/16/18</a:t>
            </a:fld>
            <a:endParaRPr lang="en-US"/>
          </a:p>
        </p:txBody>
      </p:sp>
      <p:sp>
        <p:nvSpPr>
          <p:cNvPr id="5" name="Footer Placeholder 4">
            <a:extLst>
              <a:ext uri="{FF2B5EF4-FFF2-40B4-BE49-F238E27FC236}">
                <a16:creationId xmlns:a16="http://schemas.microsoft.com/office/drawing/2014/main" id="{EB69AF41-ED36-0443-9320-2578C3D108F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416B3E-AC32-9C43-BFFC-954E37112A9C}"/>
              </a:ext>
            </a:extLst>
          </p:cNvPr>
          <p:cNvSpPr>
            <a:spLocks noGrp="1"/>
          </p:cNvSpPr>
          <p:nvPr>
            <p:ph type="sldNum" sz="quarter" idx="12"/>
          </p:nvPr>
        </p:nvSpPr>
        <p:spPr/>
        <p:txBody>
          <a:bodyPr/>
          <a:lstStyle/>
          <a:p>
            <a:fld id="{EAA4E741-DC03-F446-A012-E5F84E838CCC}" type="slidenum">
              <a:rPr lang="en-US" smtClean="0"/>
              <a:t>‹#›</a:t>
            </a:fld>
            <a:endParaRPr lang="en-US"/>
          </a:p>
        </p:txBody>
      </p:sp>
    </p:spTree>
    <p:extLst>
      <p:ext uri="{BB962C8B-B14F-4D97-AF65-F5344CB8AC3E}">
        <p14:creationId xmlns:p14="http://schemas.microsoft.com/office/powerpoint/2010/main" val="137441862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3FDA69A-1101-BE4C-A2FC-DD1ACB3E4127}" type="datetimeFigureOut">
              <a:rPr lang="en-US" smtClean="0"/>
              <a:t>10/16/18</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C9F1A88-7163-F146-B982-47263560FEA6}" type="slidenum">
              <a:rPr lang="en-US" smtClean="0"/>
              <a:t>‹#›</a:t>
            </a:fld>
            <a:endParaRPr lang="en-US"/>
          </a:p>
        </p:txBody>
      </p:sp>
    </p:spTree>
    <p:extLst>
      <p:ext uri="{BB962C8B-B14F-4D97-AF65-F5344CB8AC3E}">
        <p14:creationId xmlns:p14="http://schemas.microsoft.com/office/powerpoint/2010/main" val="1934077217"/>
      </p:ext>
    </p:extLst>
  </p:cSld>
  <p:clrMap bg1="lt1" tx1="dk1" bg2="lt2" tx2="dk2" accent1="accent1" accent2="accent2" accent3="accent3" accent4="accent4" accent5="accent5" accent6="accent6" hlink="hlink" folHlink="folHlink"/>
  <p:sldLayoutIdLst>
    <p:sldLayoutId id="2147483649" r:id="rId1"/>
    <p:sldLayoutId id="2147483653" r:id="rId2"/>
    <p:sldLayoutId id="2147483650" r:id="rId3"/>
    <p:sldLayoutId id="2147483654" r:id="rId4"/>
    <p:sldLayoutId id="2147483651" r:id="rId5"/>
    <p:sldLayoutId id="2147483655"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hyperlink" Target="http://www.indeed.com/jobtrends/q-Devops-q-Git-q-jenkins-q-Docker.html" TargetMode="External"/><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9.tiff"/><Relationship Id="rId2" Type="http://schemas.openxmlformats.org/officeDocument/2006/relationships/notesSlide" Target="../notesSlides/notesSlide14.xml"/><Relationship Id="rId1" Type="http://schemas.openxmlformats.org/officeDocument/2006/relationships/slideLayout" Target="../slideLayouts/slideLayout6.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5.xml"/><Relationship Id="rId5" Type="http://schemas.openxmlformats.org/officeDocument/2006/relationships/image" Target="../media/image16.png"/><Relationship Id="rId4" Type="http://schemas.openxmlformats.org/officeDocument/2006/relationships/image" Target="../media/image15.emf"/></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hyperlink" Target="https://goo.gl/12C1BF" TargetMode="External"/><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22.tiff"/><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Confident Git</a:t>
            </a:r>
          </a:p>
        </p:txBody>
      </p:sp>
      <p:sp>
        <p:nvSpPr>
          <p:cNvPr id="3" name="Subtitle 2"/>
          <p:cNvSpPr>
            <a:spLocks noGrp="1"/>
          </p:cNvSpPr>
          <p:nvPr>
            <p:ph type="subTitle" idx="1"/>
          </p:nvPr>
        </p:nvSpPr>
        <p:spPr/>
        <p:txBody>
          <a:bodyPr/>
          <a:lstStyle/>
          <a:p>
            <a:r>
              <a:rPr lang="en-US" dirty="0"/>
              <a:t>Contribute to open source like a pro</a:t>
            </a:r>
          </a:p>
        </p:txBody>
      </p:sp>
    </p:spTree>
    <p:extLst>
      <p:ext uri="{BB962C8B-B14F-4D97-AF65-F5344CB8AC3E}">
        <p14:creationId xmlns:p14="http://schemas.microsoft.com/office/powerpoint/2010/main" val="15548293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Wilson Mar</a:t>
            </a:r>
          </a:p>
        </p:txBody>
      </p:sp>
      <p:sp>
        <p:nvSpPr>
          <p:cNvPr id="3" name="Subtitle 2"/>
          <p:cNvSpPr>
            <a:spLocks noGrp="1"/>
          </p:cNvSpPr>
          <p:nvPr>
            <p:ph type="subTitle" idx="1"/>
          </p:nvPr>
        </p:nvSpPr>
        <p:spPr/>
        <p:txBody>
          <a:bodyPr/>
          <a:lstStyle/>
          <a:p>
            <a:r>
              <a:rPr lang="en-US" dirty="0"/>
              <a:t>Twitter: @</a:t>
            </a:r>
            <a:r>
              <a:rPr lang="en-US" dirty="0" err="1"/>
              <a:t>wilsonmar</a:t>
            </a:r>
            <a:endParaRPr lang="en-US" dirty="0"/>
          </a:p>
          <a:p>
            <a:r>
              <a:rPr lang="en-US" dirty="0"/>
              <a:t>https://</a:t>
            </a:r>
            <a:r>
              <a:rPr lang="en-US" dirty="0" err="1"/>
              <a:t>wilsonmar.github.io</a:t>
            </a:r>
            <a:endParaRPr lang="en-US" dirty="0"/>
          </a:p>
        </p:txBody>
      </p:sp>
    </p:spTree>
    <p:extLst>
      <p:ext uri="{BB962C8B-B14F-4D97-AF65-F5344CB8AC3E}">
        <p14:creationId xmlns:p14="http://schemas.microsoft.com/office/powerpoint/2010/main" val="25520675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4AA8AB3E-006B-AE4D-8B45-7B335DEDB2E5}"/>
              </a:ext>
            </a:extLst>
          </p:cNvPr>
          <p:cNvSpPr txBox="1">
            <a:spLocks/>
          </p:cNvSpPr>
          <p:nvPr/>
        </p:nvSpPr>
        <p:spPr>
          <a:xfrm>
            <a:off x="833432" y="360357"/>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n-US" dirty="0"/>
              <a:t>Every video, book</a:t>
            </a:r>
          </a:p>
        </p:txBody>
      </p:sp>
      <p:pic>
        <p:nvPicPr>
          <p:cNvPr id="3" name="Picture 2">
            <a:extLst>
              <a:ext uri="{FF2B5EF4-FFF2-40B4-BE49-F238E27FC236}">
                <a16:creationId xmlns:a16="http://schemas.microsoft.com/office/drawing/2014/main" id="{049DA92F-6E87-ED45-A3C7-0CE6822DD1C9}"/>
              </a:ext>
            </a:extLst>
          </p:cNvPr>
          <p:cNvPicPr>
            <a:picLocks noChangeAspect="1"/>
          </p:cNvPicPr>
          <p:nvPr/>
        </p:nvPicPr>
        <p:blipFill>
          <a:blip r:embed="rId3"/>
          <a:stretch>
            <a:fillRect/>
          </a:stretch>
        </p:blipFill>
        <p:spPr>
          <a:xfrm>
            <a:off x="0" y="2117725"/>
            <a:ext cx="12182175" cy="4740275"/>
          </a:xfrm>
          <a:prstGeom prst="rect">
            <a:avLst/>
          </a:prstGeom>
        </p:spPr>
      </p:pic>
      <p:sp>
        <p:nvSpPr>
          <p:cNvPr id="7" name="Rectangle 6">
            <a:extLst>
              <a:ext uri="{FF2B5EF4-FFF2-40B4-BE49-F238E27FC236}">
                <a16:creationId xmlns:a16="http://schemas.microsoft.com/office/drawing/2014/main" id="{AA9C1911-6BF8-5343-A721-FC26C369193E}"/>
              </a:ext>
            </a:extLst>
          </p:cNvPr>
          <p:cNvSpPr/>
          <p:nvPr/>
        </p:nvSpPr>
        <p:spPr>
          <a:xfrm>
            <a:off x="833432" y="1455087"/>
            <a:ext cx="9682168" cy="584775"/>
          </a:xfrm>
          <a:prstGeom prst="rect">
            <a:avLst/>
          </a:prstGeom>
        </p:spPr>
        <p:txBody>
          <a:bodyPr wrap="square">
            <a:spAutoFit/>
          </a:bodyPr>
          <a:lstStyle/>
          <a:p>
            <a:r>
              <a:rPr lang="en-US" sz="3200" dirty="0">
                <a:cs typeface="Open Sans Light"/>
              </a:rPr>
              <a:t>https://</a:t>
            </a:r>
            <a:r>
              <a:rPr lang="en-US" sz="3200" dirty="0" err="1">
                <a:cs typeface="Open Sans Light"/>
              </a:rPr>
              <a:t>wilsonmar.github.io</a:t>
            </a:r>
            <a:r>
              <a:rPr lang="en-US" sz="3200" dirty="0">
                <a:cs typeface="Open Sans Light"/>
              </a:rPr>
              <a:t>/git-</a:t>
            </a:r>
            <a:r>
              <a:rPr lang="en-US" sz="3200" dirty="0" err="1">
                <a:cs typeface="Open Sans Light"/>
              </a:rPr>
              <a:t>github</a:t>
            </a:r>
            <a:r>
              <a:rPr lang="en-US" sz="3200" dirty="0">
                <a:cs typeface="Open Sans Light"/>
              </a:rPr>
              <a:t>-videos</a:t>
            </a:r>
          </a:p>
        </p:txBody>
      </p:sp>
      <p:sp>
        <p:nvSpPr>
          <p:cNvPr id="8" name="Rectangle 7">
            <a:extLst>
              <a:ext uri="{FF2B5EF4-FFF2-40B4-BE49-F238E27FC236}">
                <a16:creationId xmlns:a16="http://schemas.microsoft.com/office/drawing/2014/main" id="{68ACCFCE-2C8D-3743-9A5A-9A02A384BF84}"/>
              </a:ext>
            </a:extLst>
          </p:cNvPr>
          <p:cNvSpPr/>
          <p:nvPr/>
        </p:nvSpPr>
        <p:spPr>
          <a:xfrm>
            <a:off x="9043528" y="1418258"/>
            <a:ext cx="2722220" cy="584775"/>
          </a:xfrm>
          <a:prstGeom prst="rect">
            <a:avLst/>
          </a:prstGeom>
        </p:spPr>
        <p:txBody>
          <a:bodyPr wrap="none">
            <a:spAutoFit/>
          </a:bodyPr>
          <a:lstStyle/>
          <a:p>
            <a:r>
              <a:rPr lang="en-US" sz="3200" b="1" dirty="0">
                <a:cs typeface="Open Sans Light"/>
              </a:rPr>
              <a:t>= </a:t>
            </a:r>
            <a:r>
              <a:rPr lang="en-US" sz="3200" b="1" dirty="0" err="1">
                <a:cs typeface="Open Sans Light"/>
              </a:rPr>
              <a:t>git.io</a:t>
            </a:r>
            <a:r>
              <a:rPr lang="en-US" sz="3200" b="1" dirty="0">
                <a:cs typeface="Open Sans Light"/>
              </a:rPr>
              <a:t>/v1Cow</a:t>
            </a:r>
          </a:p>
        </p:txBody>
      </p:sp>
    </p:spTree>
    <p:extLst>
      <p:ext uri="{BB962C8B-B14F-4D97-AF65-F5344CB8AC3E}">
        <p14:creationId xmlns:p14="http://schemas.microsoft.com/office/powerpoint/2010/main" val="24254166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4"/>
          <p:cNvSpPr>
            <a:spLocks noChangeArrowheads="1"/>
          </p:cNvSpPr>
          <p:nvPr/>
        </p:nvSpPr>
        <p:spPr bwMode="auto">
          <a:xfrm>
            <a:off x="4133850" y="6538385"/>
            <a:ext cx="8058151"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gn="r"/>
            <a:r>
              <a:rPr lang="en-US" sz="1200" dirty="0">
                <a:latin typeface="Open Sans" charset="0"/>
                <a:hlinkClick r:id="rId3"/>
              </a:rPr>
              <a:t>http://</a:t>
            </a:r>
            <a:r>
              <a:rPr lang="en-US" sz="1200" dirty="0" err="1">
                <a:latin typeface="Open Sans" charset="0"/>
                <a:hlinkClick r:id="rId3"/>
              </a:rPr>
              <a:t>www.indeed.com</a:t>
            </a:r>
            <a:r>
              <a:rPr lang="en-US" sz="1200" dirty="0">
                <a:latin typeface="Open Sans" charset="0"/>
                <a:hlinkClick r:id="rId3"/>
              </a:rPr>
              <a:t>/</a:t>
            </a:r>
            <a:r>
              <a:rPr lang="en-US" sz="1200" dirty="0" err="1">
                <a:latin typeface="Open Sans" charset="0"/>
                <a:hlinkClick r:id="rId3"/>
              </a:rPr>
              <a:t>jobtrends</a:t>
            </a:r>
            <a:r>
              <a:rPr lang="en-US" sz="1200" dirty="0">
                <a:latin typeface="Open Sans" charset="0"/>
                <a:hlinkClick r:id="rId3"/>
              </a:rPr>
              <a:t>/q-</a:t>
            </a:r>
            <a:r>
              <a:rPr lang="en-US" sz="1200" dirty="0" err="1">
                <a:latin typeface="Open Sans" charset="0"/>
                <a:hlinkClick r:id="rId3"/>
              </a:rPr>
              <a:t>Devops</a:t>
            </a:r>
            <a:r>
              <a:rPr lang="en-US" sz="1200" dirty="0">
                <a:latin typeface="Open Sans" charset="0"/>
                <a:hlinkClick r:id="rId3"/>
              </a:rPr>
              <a:t>-q-Git-q-jenkins-q-</a:t>
            </a:r>
            <a:r>
              <a:rPr lang="en-US" sz="1200" dirty="0" err="1">
                <a:latin typeface="Open Sans" charset="0"/>
                <a:hlinkClick r:id="rId3"/>
              </a:rPr>
              <a:t>Docker.html</a:t>
            </a:r>
            <a:endParaRPr lang="en-US" sz="1200" dirty="0">
              <a:latin typeface="Open Sans Light"/>
              <a:cs typeface="Open Sans Light"/>
            </a:endParaRPr>
          </a:p>
        </p:txBody>
      </p:sp>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5877" y="1"/>
            <a:ext cx="10410643" cy="6570532"/>
          </a:xfrm>
          <a:prstGeom prst="rect">
            <a:avLst/>
          </a:prstGeom>
        </p:spPr>
      </p:pic>
      <p:sp>
        <p:nvSpPr>
          <p:cNvPr id="5" name="TextBox 4"/>
          <p:cNvSpPr txBox="1"/>
          <p:nvPr/>
        </p:nvSpPr>
        <p:spPr>
          <a:xfrm>
            <a:off x="4927543" y="3255172"/>
            <a:ext cx="718466" cy="584775"/>
          </a:xfrm>
          <a:prstGeom prst="rect">
            <a:avLst/>
          </a:prstGeom>
          <a:noFill/>
        </p:spPr>
        <p:txBody>
          <a:bodyPr wrap="none" rtlCol="0">
            <a:spAutoFit/>
          </a:bodyPr>
          <a:lstStyle/>
          <a:p>
            <a:r>
              <a:rPr lang="en-US" sz="3200" b="1" dirty="0">
                <a:solidFill>
                  <a:schemeClr val="accent2"/>
                </a:solidFill>
                <a:ea typeface="Open Sans Light" charset="0"/>
                <a:cs typeface="Open Sans Light" charset="0"/>
              </a:rPr>
              <a:t>Git</a:t>
            </a:r>
          </a:p>
        </p:txBody>
      </p:sp>
      <p:sp>
        <p:nvSpPr>
          <p:cNvPr id="7" name="TextBox 6"/>
          <p:cNvSpPr txBox="1"/>
          <p:nvPr/>
        </p:nvSpPr>
        <p:spPr>
          <a:xfrm>
            <a:off x="4927543" y="5442275"/>
            <a:ext cx="1535613" cy="584775"/>
          </a:xfrm>
          <a:prstGeom prst="rect">
            <a:avLst/>
          </a:prstGeom>
          <a:noFill/>
        </p:spPr>
        <p:txBody>
          <a:bodyPr wrap="none" rtlCol="0">
            <a:spAutoFit/>
          </a:bodyPr>
          <a:lstStyle/>
          <a:p>
            <a:r>
              <a:rPr lang="en-US" sz="3200" dirty="0">
                <a:solidFill>
                  <a:schemeClr val="accent1"/>
                </a:solidFill>
                <a:ea typeface="Open Sans Light" charset="0"/>
                <a:cs typeface="Open Sans Light" charset="0"/>
              </a:rPr>
              <a:t>DevOps</a:t>
            </a:r>
          </a:p>
        </p:txBody>
      </p:sp>
      <p:sp>
        <p:nvSpPr>
          <p:cNvPr id="8" name="TextBox 7"/>
          <p:cNvSpPr txBox="1"/>
          <p:nvPr/>
        </p:nvSpPr>
        <p:spPr>
          <a:xfrm>
            <a:off x="4927543" y="4316179"/>
            <a:ext cx="1436612" cy="584775"/>
          </a:xfrm>
          <a:prstGeom prst="rect">
            <a:avLst/>
          </a:prstGeom>
          <a:noFill/>
        </p:spPr>
        <p:txBody>
          <a:bodyPr wrap="none" rtlCol="0">
            <a:spAutoFit/>
          </a:bodyPr>
          <a:lstStyle/>
          <a:p>
            <a:r>
              <a:rPr lang="en-US" sz="3200" dirty="0">
                <a:solidFill>
                  <a:schemeClr val="accent6"/>
                </a:solidFill>
                <a:ea typeface="Open Sans Light" charset="0"/>
                <a:cs typeface="Open Sans Light" charset="0"/>
              </a:rPr>
              <a:t>Jenkins</a:t>
            </a:r>
          </a:p>
        </p:txBody>
      </p:sp>
      <p:sp>
        <p:nvSpPr>
          <p:cNvPr id="9" name="TextBox 8">
            <a:extLst>
              <a:ext uri="{FF2B5EF4-FFF2-40B4-BE49-F238E27FC236}">
                <a16:creationId xmlns:a16="http://schemas.microsoft.com/office/drawing/2014/main" id="{AD251FDC-52BA-E743-BD29-1DDC1656A9FA}"/>
              </a:ext>
            </a:extLst>
          </p:cNvPr>
          <p:cNvSpPr txBox="1"/>
          <p:nvPr/>
        </p:nvSpPr>
        <p:spPr>
          <a:xfrm>
            <a:off x="8973540" y="5463376"/>
            <a:ext cx="1393330" cy="584775"/>
          </a:xfrm>
          <a:prstGeom prst="rect">
            <a:avLst/>
          </a:prstGeom>
          <a:noFill/>
        </p:spPr>
        <p:txBody>
          <a:bodyPr wrap="none" rtlCol="0">
            <a:spAutoFit/>
          </a:bodyPr>
          <a:lstStyle/>
          <a:p>
            <a:r>
              <a:rPr lang="en-US" sz="3200" dirty="0">
                <a:solidFill>
                  <a:srgbClr val="FFC000"/>
                </a:solidFill>
                <a:ea typeface="Open Sans Light" charset="0"/>
                <a:cs typeface="Open Sans Light" charset="0"/>
              </a:rPr>
              <a:t>Docker</a:t>
            </a:r>
          </a:p>
        </p:txBody>
      </p:sp>
    </p:spTree>
    <p:extLst>
      <p:ext uri="{BB962C8B-B14F-4D97-AF65-F5344CB8AC3E}">
        <p14:creationId xmlns:p14="http://schemas.microsoft.com/office/powerpoint/2010/main" val="18492802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4AA8AB3E-006B-AE4D-8B45-7B335DEDB2E5}"/>
              </a:ext>
            </a:extLst>
          </p:cNvPr>
          <p:cNvSpPr txBox="1">
            <a:spLocks/>
          </p:cNvSpPr>
          <p:nvPr/>
        </p:nvSpPr>
        <p:spPr>
          <a:xfrm>
            <a:off x="833432" y="360357"/>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n-US" dirty="0"/>
              <a:t>Why Git?</a:t>
            </a:r>
          </a:p>
        </p:txBody>
      </p:sp>
      <p:sp>
        <p:nvSpPr>
          <p:cNvPr id="6" name="TextBox 5">
            <a:extLst>
              <a:ext uri="{FF2B5EF4-FFF2-40B4-BE49-F238E27FC236}">
                <a16:creationId xmlns:a16="http://schemas.microsoft.com/office/drawing/2014/main" id="{3653B9A9-5112-114B-BCA8-36F93A5AF6B5}"/>
              </a:ext>
            </a:extLst>
          </p:cNvPr>
          <p:cNvSpPr txBox="1"/>
          <p:nvPr/>
        </p:nvSpPr>
        <p:spPr>
          <a:xfrm>
            <a:off x="832184" y="4400702"/>
            <a:ext cx="1646605" cy="480131"/>
          </a:xfrm>
          <a:prstGeom prst="rect">
            <a:avLst/>
          </a:prstGeom>
          <a:noFill/>
        </p:spPr>
        <p:txBody>
          <a:bodyPr wrap="none" rtlCol="0">
            <a:spAutoFit/>
          </a:bodyPr>
          <a:lstStyle/>
          <a:p>
            <a:pPr marL="228600" indent="-228600">
              <a:lnSpc>
                <a:spcPct val="90000"/>
              </a:lnSpc>
              <a:spcBef>
                <a:spcPts val="1000"/>
              </a:spcBef>
              <a:buFont typeface="Arial" panose="020B0604020202020204" pitchFamily="34" charset="0"/>
              <a:buChar char="•"/>
            </a:pPr>
            <a:r>
              <a:rPr lang="en-US" sz="2800" b="1" dirty="0"/>
              <a:t>Quizzes</a:t>
            </a:r>
          </a:p>
        </p:txBody>
      </p:sp>
      <p:pic>
        <p:nvPicPr>
          <p:cNvPr id="7" name="Picture 6">
            <a:extLst>
              <a:ext uri="{FF2B5EF4-FFF2-40B4-BE49-F238E27FC236}">
                <a16:creationId xmlns:a16="http://schemas.microsoft.com/office/drawing/2014/main" id="{0D344904-D0F3-FA4E-963B-1497CDDA1B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6416"/>
            <a:ext cx="12034915" cy="6811583"/>
          </a:xfrm>
          <a:prstGeom prst="rect">
            <a:avLst/>
          </a:prstGeom>
        </p:spPr>
      </p:pic>
      <p:sp>
        <p:nvSpPr>
          <p:cNvPr id="8" name="Rounded Rectangle 7">
            <a:extLst>
              <a:ext uri="{FF2B5EF4-FFF2-40B4-BE49-F238E27FC236}">
                <a16:creationId xmlns:a16="http://schemas.microsoft.com/office/drawing/2014/main" id="{84F202E8-C38C-934C-A14C-4490C7DC00F6}"/>
              </a:ext>
            </a:extLst>
          </p:cNvPr>
          <p:cNvSpPr/>
          <p:nvPr/>
        </p:nvSpPr>
        <p:spPr>
          <a:xfrm>
            <a:off x="21524" y="809625"/>
            <a:ext cx="653932" cy="714082"/>
          </a:xfrm>
          <a:prstGeom prst="roundRect">
            <a:avLst/>
          </a:prstGeom>
          <a:noFill/>
          <a:ln w="635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err="1"/>
          </a:p>
        </p:txBody>
      </p:sp>
    </p:spTree>
    <p:extLst>
      <p:ext uri="{BB962C8B-B14F-4D97-AF65-F5344CB8AC3E}">
        <p14:creationId xmlns:p14="http://schemas.microsoft.com/office/powerpoint/2010/main" val="3951813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4AA8AB3E-006B-AE4D-8B45-7B335DEDB2E5}"/>
              </a:ext>
            </a:extLst>
          </p:cNvPr>
          <p:cNvSpPr txBox="1">
            <a:spLocks/>
          </p:cNvSpPr>
          <p:nvPr/>
        </p:nvSpPr>
        <p:spPr>
          <a:xfrm>
            <a:off x="833432" y="360357"/>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n-US" dirty="0"/>
              <a:t>Why Git?</a:t>
            </a:r>
          </a:p>
        </p:txBody>
      </p:sp>
      <p:pic>
        <p:nvPicPr>
          <p:cNvPr id="3" name="Picture 2">
            <a:extLst>
              <a:ext uri="{FF2B5EF4-FFF2-40B4-BE49-F238E27FC236}">
                <a16:creationId xmlns:a16="http://schemas.microsoft.com/office/drawing/2014/main" id="{D548EF25-F8D5-8246-B1B1-3CC150615596}"/>
              </a:ext>
            </a:extLst>
          </p:cNvPr>
          <p:cNvPicPr>
            <a:picLocks noChangeAspect="1"/>
          </p:cNvPicPr>
          <p:nvPr/>
        </p:nvPicPr>
        <p:blipFill>
          <a:blip r:embed="rId3"/>
          <a:stretch>
            <a:fillRect/>
          </a:stretch>
        </p:blipFill>
        <p:spPr>
          <a:xfrm>
            <a:off x="-315311" y="-851339"/>
            <a:ext cx="13071366" cy="9049407"/>
          </a:xfrm>
          <a:prstGeom prst="rect">
            <a:avLst/>
          </a:prstGeom>
        </p:spPr>
      </p:pic>
      <p:sp>
        <p:nvSpPr>
          <p:cNvPr id="2" name="Rectangle 1">
            <a:extLst>
              <a:ext uri="{FF2B5EF4-FFF2-40B4-BE49-F238E27FC236}">
                <a16:creationId xmlns:a16="http://schemas.microsoft.com/office/drawing/2014/main" id="{292B9BDC-CE63-F641-B8BA-535391B5A67E}"/>
              </a:ext>
            </a:extLst>
          </p:cNvPr>
          <p:cNvSpPr/>
          <p:nvPr/>
        </p:nvSpPr>
        <p:spPr>
          <a:xfrm>
            <a:off x="5838499" y="725215"/>
            <a:ext cx="6432331" cy="52183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402715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1" nodeType="clickEffect">
                                  <p:stCondLst>
                                    <p:cond delay="0"/>
                                  </p:stCondLst>
                                  <p:childTnLst>
                                    <p:set>
                                      <p:cBhvr>
                                        <p:cTn id="6" dur="1" fill="hold">
                                          <p:stCondLst>
                                            <p:cond delay="0"/>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1" animBg="1"/>
    </p:bldLst>
  </p:timing>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4AA8AB3E-006B-AE4D-8B45-7B335DEDB2E5}"/>
              </a:ext>
            </a:extLst>
          </p:cNvPr>
          <p:cNvSpPr txBox="1">
            <a:spLocks/>
          </p:cNvSpPr>
          <p:nvPr/>
        </p:nvSpPr>
        <p:spPr>
          <a:xfrm>
            <a:off x="833432" y="360357"/>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n-US" dirty="0"/>
              <a:t>Why Git?</a:t>
            </a:r>
          </a:p>
        </p:txBody>
      </p:sp>
      <p:sp>
        <p:nvSpPr>
          <p:cNvPr id="12" name="TextBox 11">
            <a:extLst>
              <a:ext uri="{FF2B5EF4-FFF2-40B4-BE49-F238E27FC236}">
                <a16:creationId xmlns:a16="http://schemas.microsoft.com/office/drawing/2014/main" id="{26510B25-365B-8549-8396-E133E653A931}"/>
              </a:ext>
            </a:extLst>
          </p:cNvPr>
          <p:cNvSpPr txBox="1"/>
          <p:nvPr/>
        </p:nvSpPr>
        <p:spPr>
          <a:xfrm>
            <a:off x="832184" y="1820508"/>
            <a:ext cx="4065537" cy="2028248"/>
          </a:xfrm>
          <a:prstGeom prst="rect">
            <a:avLst/>
          </a:prstGeom>
          <a:noFill/>
        </p:spPr>
        <p:txBody>
          <a:bodyPr wrap="none" rtlCol="0">
            <a:spAutoFit/>
          </a:bodyPr>
          <a:lstStyle/>
          <a:p>
            <a:pPr marL="228600" indent="-228600">
              <a:lnSpc>
                <a:spcPct val="90000"/>
              </a:lnSpc>
              <a:spcBef>
                <a:spcPts val="1000"/>
              </a:spcBef>
              <a:buFont typeface="Arial" panose="020B0604020202020204" pitchFamily="34" charset="0"/>
              <a:buChar char="•"/>
            </a:pPr>
            <a:r>
              <a:rPr lang="en-US" sz="2800" b="1" dirty="0"/>
              <a:t>Prerequisite for jobs</a:t>
            </a:r>
          </a:p>
          <a:p>
            <a:pPr marL="228600" indent="-228600">
              <a:lnSpc>
                <a:spcPct val="90000"/>
              </a:lnSpc>
              <a:spcBef>
                <a:spcPts val="1000"/>
              </a:spcBef>
              <a:buFont typeface="Arial" panose="020B0604020202020204" pitchFamily="34" charset="0"/>
              <a:buChar char="•"/>
            </a:pPr>
            <a:r>
              <a:rPr lang="en-US" sz="2800" b="1" dirty="0"/>
              <a:t>Distributed</a:t>
            </a:r>
          </a:p>
          <a:p>
            <a:pPr marL="228600" indent="-228600">
              <a:lnSpc>
                <a:spcPct val="90000"/>
              </a:lnSpc>
              <a:spcBef>
                <a:spcPts val="1000"/>
              </a:spcBef>
              <a:buFont typeface="Arial" panose="020B0604020202020204" pitchFamily="34" charset="0"/>
              <a:buChar char="•"/>
            </a:pPr>
            <a:r>
              <a:rPr lang="en-US" sz="2800" b="1" dirty="0"/>
              <a:t>"Configuration as code"</a:t>
            </a:r>
          </a:p>
          <a:p>
            <a:pPr marL="228600" indent="-228600">
              <a:lnSpc>
                <a:spcPct val="90000"/>
              </a:lnSpc>
              <a:spcBef>
                <a:spcPts val="1000"/>
              </a:spcBef>
              <a:buFont typeface="Arial" panose="020B0604020202020204" pitchFamily="34" charset="0"/>
              <a:buChar char="•"/>
            </a:pPr>
            <a:endParaRPr lang="en-US" sz="2800" b="1" dirty="0"/>
          </a:p>
        </p:txBody>
      </p:sp>
    </p:spTree>
    <p:extLst>
      <p:ext uri="{BB962C8B-B14F-4D97-AF65-F5344CB8AC3E}">
        <p14:creationId xmlns:p14="http://schemas.microsoft.com/office/powerpoint/2010/main" val="530446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838200" y="1825624"/>
            <a:ext cx="10515600" cy="646114"/>
          </a:xfrm>
        </p:spPr>
        <p:txBody>
          <a:bodyPr>
            <a:normAutofit/>
          </a:bodyPr>
          <a:lstStyle/>
          <a:p>
            <a:r>
              <a:rPr lang="en-US" dirty="0"/>
              <a:t>Round-trip update of open source repos</a:t>
            </a:r>
          </a:p>
        </p:txBody>
      </p:sp>
      <p:sp>
        <p:nvSpPr>
          <p:cNvPr id="3" name="Title 2"/>
          <p:cNvSpPr>
            <a:spLocks noGrp="1"/>
          </p:cNvSpPr>
          <p:nvPr>
            <p:ph type="title"/>
          </p:nvPr>
        </p:nvSpPr>
        <p:spPr/>
        <p:txBody>
          <a:bodyPr/>
          <a:lstStyle/>
          <a:p>
            <a:r>
              <a:rPr lang="en-US" dirty="0"/>
              <a:t>Why this course vs. others?</a:t>
            </a:r>
          </a:p>
        </p:txBody>
      </p:sp>
      <p:cxnSp>
        <p:nvCxnSpPr>
          <p:cNvPr id="5" name="Straight Arrow Connector 4">
            <a:extLst>
              <a:ext uri="{FF2B5EF4-FFF2-40B4-BE49-F238E27FC236}">
                <a16:creationId xmlns:a16="http://schemas.microsoft.com/office/drawing/2014/main" id="{ED06A466-40F2-6044-989B-D6023C663B61}"/>
              </a:ext>
            </a:extLst>
          </p:cNvPr>
          <p:cNvCxnSpPr>
            <a:cxnSpLocks noChangeShapeType="1"/>
          </p:cNvCxnSpPr>
          <p:nvPr/>
        </p:nvCxnSpPr>
        <p:spPr bwMode="auto">
          <a:xfrm flipV="1">
            <a:off x="10574849" y="3467100"/>
            <a:ext cx="0" cy="835139"/>
          </a:xfrm>
          <a:prstGeom prst="straightConnector1">
            <a:avLst/>
          </a:prstGeom>
          <a:noFill/>
          <a:ln w="25400">
            <a:solidFill>
              <a:srgbClr val="99CC00"/>
            </a:solidFill>
            <a:round/>
            <a:headEnd/>
            <a:tailEnd type="triangle" w="lg" len="lg"/>
          </a:ln>
          <a:effectLst/>
          <a:extLst>
            <a:ext uri="{909E8E84-426E-40dd-AFC4-6F175D3DCCD1}">
              <a14:hiddenFill xmlns="" xmlns:a14="http://schemas.microsoft.com/office/drawing/2010/main">
                <a:noFill/>
              </a14:hiddenFill>
            </a:ext>
          </a:extLst>
        </p:spPr>
      </p:cxnSp>
      <p:sp>
        <p:nvSpPr>
          <p:cNvPr id="6" name="TextBox 5">
            <a:extLst>
              <a:ext uri="{FF2B5EF4-FFF2-40B4-BE49-F238E27FC236}">
                <a16:creationId xmlns:a16="http://schemas.microsoft.com/office/drawing/2014/main" id="{BB0EE13B-1A9A-3F4E-B6E7-B8D3CB0C01E4}"/>
              </a:ext>
            </a:extLst>
          </p:cNvPr>
          <p:cNvSpPr txBox="1"/>
          <p:nvPr/>
        </p:nvSpPr>
        <p:spPr>
          <a:xfrm>
            <a:off x="10559849" y="4015381"/>
            <a:ext cx="583814" cy="338554"/>
          </a:xfrm>
          <a:prstGeom prst="rect">
            <a:avLst/>
          </a:prstGeom>
          <a:noFill/>
        </p:spPr>
        <p:txBody>
          <a:bodyPr wrap="none">
            <a:spAutoFit/>
          </a:bodyPr>
          <a:lstStyle/>
          <a:p>
            <a:pPr>
              <a:defRPr/>
            </a:pPr>
            <a:r>
              <a:rPr lang="en-US" sz="1600" b="1" dirty="0">
                <a:solidFill>
                  <a:srgbClr val="99CC00"/>
                </a:solidFill>
              </a:rPr>
              <a:t>Fork</a:t>
            </a:r>
          </a:p>
        </p:txBody>
      </p:sp>
      <p:sp>
        <p:nvSpPr>
          <p:cNvPr id="7" name="Rounded Rectangle 6">
            <a:extLst>
              <a:ext uri="{FF2B5EF4-FFF2-40B4-BE49-F238E27FC236}">
                <a16:creationId xmlns:a16="http://schemas.microsoft.com/office/drawing/2014/main" id="{4D3B0B4F-5FEA-D14B-A01D-3F7F4B35173D}"/>
              </a:ext>
            </a:extLst>
          </p:cNvPr>
          <p:cNvSpPr/>
          <p:nvPr/>
        </p:nvSpPr>
        <p:spPr>
          <a:xfrm>
            <a:off x="9774146" y="4302237"/>
            <a:ext cx="1236133" cy="980017"/>
          </a:xfrm>
          <a:prstGeom prst="roundRect">
            <a:avLst/>
          </a:prstGeom>
          <a:solidFill>
            <a:srgbClr val="99CC00"/>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anchor="t"/>
          <a:lstStyle/>
          <a:p>
            <a:pPr algn="ctr">
              <a:defRPr/>
            </a:pPr>
            <a:r>
              <a:rPr lang="en-US" sz="1600" i="1" dirty="0">
                <a:solidFill>
                  <a:schemeClr val="bg1"/>
                </a:solidFill>
                <a:ea typeface="ＭＳ Ｐゴシック" charset="0"/>
              </a:rPr>
              <a:t>Other  repo</a:t>
            </a:r>
          </a:p>
          <a:p>
            <a:pPr algn="ctr">
              <a:defRPr/>
            </a:pPr>
            <a:endParaRPr lang="en-US" sz="1600" i="1" dirty="0">
              <a:solidFill>
                <a:schemeClr val="bg1"/>
              </a:solidFill>
              <a:ea typeface="ＭＳ Ｐゴシック" charset="0"/>
            </a:endParaRPr>
          </a:p>
          <a:p>
            <a:pPr algn="ctr">
              <a:defRPr/>
            </a:pPr>
            <a:endParaRPr lang="en-US" sz="1600" i="1" dirty="0">
              <a:solidFill>
                <a:schemeClr val="bg1"/>
              </a:solidFill>
              <a:ea typeface="ＭＳ Ｐゴシック" charset="0"/>
            </a:endParaRPr>
          </a:p>
        </p:txBody>
      </p:sp>
      <p:sp>
        <p:nvSpPr>
          <p:cNvPr id="8" name="Rounded Rectangle 7">
            <a:extLst>
              <a:ext uri="{FF2B5EF4-FFF2-40B4-BE49-F238E27FC236}">
                <a16:creationId xmlns:a16="http://schemas.microsoft.com/office/drawing/2014/main" id="{D6E0BD21-944C-F540-9A3D-976E8C596FEA}"/>
              </a:ext>
            </a:extLst>
          </p:cNvPr>
          <p:cNvSpPr/>
          <p:nvPr/>
        </p:nvSpPr>
        <p:spPr>
          <a:xfrm>
            <a:off x="9712418" y="1232622"/>
            <a:ext cx="1359505" cy="2234478"/>
          </a:xfrm>
          <a:prstGeom prst="roundRect">
            <a:avLst/>
          </a:prstGeom>
          <a:solidFill>
            <a:srgbClr val="99CC00"/>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1600" i="1" dirty="0">
                <a:solidFill>
                  <a:schemeClr val="bg1"/>
                </a:solidFill>
                <a:ea typeface="ＭＳ Ｐゴシック" charset="0"/>
              </a:rPr>
              <a:t>my own</a:t>
            </a:r>
            <a:br>
              <a:rPr lang="en-US" sz="1600" i="1" dirty="0">
                <a:solidFill>
                  <a:schemeClr val="bg1"/>
                </a:solidFill>
                <a:ea typeface="ＭＳ Ｐゴシック" charset="0"/>
              </a:rPr>
            </a:br>
            <a:r>
              <a:rPr lang="en-US" sz="1600" i="1" dirty="0">
                <a:solidFill>
                  <a:schemeClr val="bg1"/>
                </a:solidFill>
                <a:ea typeface="ＭＳ Ｐゴシック" charset="0"/>
              </a:rPr>
              <a:t>account's repo</a:t>
            </a:r>
          </a:p>
          <a:p>
            <a:pPr algn="ctr">
              <a:defRPr/>
            </a:pPr>
            <a:endParaRPr lang="en-US" sz="1600" i="1" dirty="0">
              <a:solidFill>
                <a:schemeClr val="bg1"/>
              </a:solidFill>
              <a:ea typeface="ＭＳ Ｐゴシック" charset="0"/>
            </a:endParaRPr>
          </a:p>
        </p:txBody>
      </p:sp>
      <p:sp>
        <p:nvSpPr>
          <p:cNvPr id="9" name="TextBox 8">
            <a:extLst>
              <a:ext uri="{FF2B5EF4-FFF2-40B4-BE49-F238E27FC236}">
                <a16:creationId xmlns:a16="http://schemas.microsoft.com/office/drawing/2014/main" id="{BBAFC712-BCB1-5E44-9CA9-F284015838B7}"/>
              </a:ext>
            </a:extLst>
          </p:cNvPr>
          <p:cNvSpPr txBox="1"/>
          <p:nvPr/>
        </p:nvSpPr>
        <p:spPr>
          <a:xfrm>
            <a:off x="11081752" y="1357912"/>
            <a:ext cx="635110" cy="646331"/>
          </a:xfrm>
          <a:prstGeom prst="rect">
            <a:avLst/>
          </a:prstGeom>
          <a:noFill/>
        </p:spPr>
        <p:txBody>
          <a:bodyPr wrap="none" rtlCol="0">
            <a:spAutoFit/>
          </a:bodyPr>
          <a:lstStyle/>
          <a:p>
            <a:r>
              <a:rPr lang="en-US" i="1" dirty="0">
                <a:solidFill>
                  <a:schemeClr val="bg1">
                    <a:lumMod val="65000"/>
                  </a:schemeClr>
                </a:solidFill>
                <a:ea typeface="Open Sans" charset="0"/>
                <a:cs typeface="Open Sans" charset="0"/>
              </a:rPr>
              <a:t>have</a:t>
            </a:r>
          </a:p>
          <a:p>
            <a:r>
              <a:rPr lang="en-US" i="1" dirty="0">
                <a:solidFill>
                  <a:schemeClr val="bg1">
                    <a:lumMod val="65000"/>
                  </a:schemeClr>
                </a:solidFill>
                <a:ea typeface="Open Sans" charset="0"/>
                <a:cs typeface="Open Sans" charset="0"/>
              </a:rPr>
              <a:t>right</a:t>
            </a:r>
          </a:p>
        </p:txBody>
      </p:sp>
      <p:sp>
        <p:nvSpPr>
          <p:cNvPr id="10" name="TextBox 9">
            <a:extLst>
              <a:ext uri="{FF2B5EF4-FFF2-40B4-BE49-F238E27FC236}">
                <a16:creationId xmlns:a16="http://schemas.microsoft.com/office/drawing/2014/main" id="{F252C6A1-4A8B-5540-995D-08E0C5B734AE}"/>
              </a:ext>
            </a:extLst>
          </p:cNvPr>
          <p:cNvSpPr txBox="1"/>
          <p:nvPr/>
        </p:nvSpPr>
        <p:spPr>
          <a:xfrm>
            <a:off x="11028993" y="4350867"/>
            <a:ext cx="622286" cy="646331"/>
          </a:xfrm>
          <a:prstGeom prst="rect">
            <a:avLst/>
          </a:prstGeom>
          <a:noFill/>
        </p:spPr>
        <p:txBody>
          <a:bodyPr wrap="none" rtlCol="0">
            <a:spAutoFit/>
          </a:bodyPr>
          <a:lstStyle/>
          <a:p>
            <a:r>
              <a:rPr lang="en-US" i="1" dirty="0">
                <a:solidFill>
                  <a:schemeClr val="bg1">
                    <a:lumMod val="65000"/>
                  </a:schemeClr>
                </a:solidFill>
                <a:ea typeface="Open Sans" charset="0"/>
                <a:cs typeface="Open Sans" charset="0"/>
              </a:rPr>
              <a:t>no</a:t>
            </a:r>
          </a:p>
          <a:p>
            <a:r>
              <a:rPr lang="en-US" i="1" dirty="0">
                <a:solidFill>
                  <a:schemeClr val="bg1">
                    <a:lumMod val="65000"/>
                  </a:schemeClr>
                </a:solidFill>
                <a:ea typeface="Open Sans" charset="0"/>
                <a:cs typeface="Open Sans" charset="0"/>
              </a:rPr>
              <a:t>right</a:t>
            </a:r>
          </a:p>
        </p:txBody>
      </p:sp>
      <p:sp>
        <p:nvSpPr>
          <p:cNvPr id="13" name="Can 12">
            <a:extLst>
              <a:ext uri="{FF2B5EF4-FFF2-40B4-BE49-F238E27FC236}">
                <a16:creationId xmlns:a16="http://schemas.microsoft.com/office/drawing/2014/main" id="{CFE7CB5B-C0C7-8E4E-B3F1-AD01C4BDF8B6}"/>
              </a:ext>
            </a:extLst>
          </p:cNvPr>
          <p:cNvSpPr>
            <a:spLocks noChangeArrowheads="1"/>
          </p:cNvSpPr>
          <p:nvPr/>
        </p:nvSpPr>
        <p:spPr bwMode="auto">
          <a:xfrm>
            <a:off x="5421857" y="2285501"/>
            <a:ext cx="1067216" cy="1602256"/>
          </a:xfrm>
          <a:prstGeom prst="can">
            <a:avLst>
              <a:gd name="adj" fmla="val 24998"/>
            </a:avLst>
          </a:prstGeom>
          <a:solidFill>
            <a:schemeClr val="accent4"/>
          </a:solidFill>
          <a:ln>
            <a:noFill/>
          </a:ln>
          <a:effectLst>
            <a:outerShdw blurRad="40000" dist="23000" dir="5400000" rotWithShape="0">
              <a:srgbClr val="000000">
                <a:alpha val="34998"/>
              </a:srgbClr>
            </a:outerShdw>
          </a:effectLst>
          <a:extLst>
            <a:ext uri="{91240B29-F687-4f45-9708-019B960494DF}">
              <a14:hiddenLine xmlns="" xmlns:a14="http://schemas.microsoft.com/office/drawing/2010/main" w="9525">
                <a:solidFill>
                  <a:srgbClr val="000000"/>
                </a:solidFill>
                <a:round/>
                <a:headEnd/>
                <a:tailEnd/>
              </a14:hiddenLine>
            </a:ext>
          </a:extLst>
        </p:spPr>
        <p:txBody>
          <a:bodyPr/>
          <a:lstStyle/>
          <a:p>
            <a:pPr>
              <a:defRPr/>
            </a:pPr>
            <a:endParaRPr lang="en-US" sz="1333">
              <a:solidFill>
                <a:srgbClr val="FFFFFF"/>
              </a:solidFill>
              <a:latin typeface="Open Sans" charset="0"/>
            </a:endParaRPr>
          </a:p>
        </p:txBody>
      </p:sp>
      <p:sp>
        <p:nvSpPr>
          <p:cNvPr id="16" name="TextBox 15">
            <a:extLst>
              <a:ext uri="{FF2B5EF4-FFF2-40B4-BE49-F238E27FC236}">
                <a16:creationId xmlns:a16="http://schemas.microsoft.com/office/drawing/2014/main" id="{2E44E2DE-3E01-184A-8CF9-4014DED8CF12}"/>
              </a:ext>
            </a:extLst>
          </p:cNvPr>
          <p:cNvSpPr txBox="1"/>
          <p:nvPr/>
        </p:nvSpPr>
        <p:spPr>
          <a:xfrm>
            <a:off x="9976080" y="927072"/>
            <a:ext cx="852510" cy="338554"/>
          </a:xfrm>
          <a:prstGeom prst="rect">
            <a:avLst/>
          </a:prstGeom>
          <a:noFill/>
        </p:spPr>
        <p:txBody>
          <a:bodyPr wrap="square" rtlCol="0">
            <a:spAutoFit/>
          </a:bodyPr>
          <a:lstStyle/>
          <a:p>
            <a:pPr algn="ctr"/>
            <a:r>
              <a:rPr lang="en-US" sz="1600" i="1" u="sng" dirty="0">
                <a:solidFill>
                  <a:schemeClr val="bg1">
                    <a:lumMod val="65000"/>
                  </a:schemeClr>
                </a:solidFill>
              </a:rPr>
              <a:t>Cloud</a:t>
            </a:r>
            <a:endParaRPr lang="en-US" sz="1600" u="sng" dirty="0">
              <a:solidFill>
                <a:schemeClr val="bg1">
                  <a:lumMod val="65000"/>
                </a:schemeClr>
              </a:solidFill>
            </a:endParaRPr>
          </a:p>
        </p:txBody>
      </p:sp>
      <p:cxnSp>
        <p:nvCxnSpPr>
          <p:cNvPr id="17" name="Straight Arrow Connector 66">
            <a:extLst>
              <a:ext uri="{FF2B5EF4-FFF2-40B4-BE49-F238E27FC236}">
                <a16:creationId xmlns:a16="http://schemas.microsoft.com/office/drawing/2014/main" id="{3FE60249-1C7C-D946-B49C-4A43535A7E5A}"/>
              </a:ext>
            </a:extLst>
          </p:cNvPr>
          <p:cNvCxnSpPr>
            <a:cxnSpLocks/>
          </p:cNvCxnSpPr>
          <p:nvPr/>
        </p:nvCxnSpPr>
        <p:spPr>
          <a:xfrm flipV="1">
            <a:off x="5446046" y="2285501"/>
            <a:ext cx="5635706" cy="3115403"/>
          </a:xfrm>
          <a:prstGeom prst="bentConnector3">
            <a:avLst>
              <a:gd name="adj1" fmla="val 111006"/>
            </a:avLst>
          </a:prstGeom>
          <a:ln>
            <a:solidFill>
              <a:schemeClr val="tx1"/>
            </a:solidFill>
            <a:tailEnd type="triangle" w="lg" len="lg"/>
          </a:ln>
          <a:effectLst/>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441D2D02-4D9B-4646-852D-011D70FE3619}"/>
              </a:ext>
            </a:extLst>
          </p:cNvPr>
          <p:cNvCxnSpPr>
            <a:cxnSpLocks/>
          </p:cNvCxnSpPr>
          <p:nvPr/>
        </p:nvCxnSpPr>
        <p:spPr>
          <a:xfrm>
            <a:off x="6296965" y="3201579"/>
            <a:ext cx="3105490" cy="0"/>
          </a:xfrm>
          <a:prstGeom prst="straightConnector1">
            <a:avLst/>
          </a:prstGeom>
          <a:ln>
            <a:solidFill>
              <a:schemeClr val="tx1"/>
            </a:solidFill>
            <a:tailEnd type="none" w="lg" len="lg"/>
          </a:ln>
          <a:effectLst/>
        </p:spPr>
        <p:style>
          <a:lnRef idx="2">
            <a:schemeClr val="accent1"/>
          </a:lnRef>
          <a:fillRef idx="0">
            <a:schemeClr val="accent1"/>
          </a:fillRef>
          <a:effectRef idx="1">
            <a:schemeClr val="accent1"/>
          </a:effectRef>
          <a:fontRef idx="minor">
            <a:schemeClr val="tx1"/>
          </a:fontRef>
        </p:style>
      </p:cxnSp>
      <p:cxnSp>
        <p:nvCxnSpPr>
          <p:cNvPr id="20" name="Straight Arrow Connector 66">
            <a:extLst>
              <a:ext uri="{FF2B5EF4-FFF2-40B4-BE49-F238E27FC236}">
                <a16:creationId xmlns:a16="http://schemas.microsoft.com/office/drawing/2014/main" id="{7EED808A-2D5E-884E-B453-91F341C2074D}"/>
              </a:ext>
            </a:extLst>
          </p:cNvPr>
          <p:cNvCxnSpPr>
            <a:cxnSpLocks/>
          </p:cNvCxnSpPr>
          <p:nvPr/>
        </p:nvCxnSpPr>
        <p:spPr>
          <a:xfrm rot="10800000">
            <a:off x="5955465" y="3887757"/>
            <a:ext cx="3840720" cy="1176108"/>
          </a:xfrm>
          <a:prstGeom prst="bentConnector2">
            <a:avLst/>
          </a:prstGeom>
          <a:ln>
            <a:solidFill>
              <a:schemeClr val="tx1"/>
            </a:solidFill>
            <a:tailEnd type="triangle" w="lg" len="lg"/>
          </a:ln>
          <a:effectLst/>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64EE93B6-E040-274A-89B2-BDD1B309EE2A}"/>
              </a:ext>
            </a:extLst>
          </p:cNvPr>
          <p:cNvCxnSpPr>
            <a:cxnSpLocks/>
          </p:cNvCxnSpPr>
          <p:nvPr/>
        </p:nvCxnSpPr>
        <p:spPr>
          <a:xfrm flipH="1">
            <a:off x="6457005" y="1647720"/>
            <a:ext cx="2529288" cy="814077"/>
          </a:xfrm>
          <a:prstGeom prst="straightConnector1">
            <a:avLst/>
          </a:prstGeom>
          <a:ln>
            <a:solidFill>
              <a:schemeClr val="tx1"/>
            </a:solidFill>
            <a:tailEnd type="triangle" w="lg" len="lg"/>
          </a:ln>
          <a:effectLst/>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F1E8805D-B7A0-C343-A1C8-B0140145B0E0}"/>
              </a:ext>
            </a:extLst>
          </p:cNvPr>
          <p:cNvCxnSpPr>
            <a:cxnSpLocks noChangeShapeType="1"/>
          </p:cNvCxnSpPr>
          <p:nvPr/>
        </p:nvCxnSpPr>
        <p:spPr bwMode="auto">
          <a:xfrm>
            <a:off x="10435315" y="3467100"/>
            <a:ext cx="42" cy="835137"/>
          </a:xfrm>
          <a:prstGeom prst="straightConnector1">
            <a:avLst/>
          </a:prstGeom>
          <a:noFill/>
          <a:ln w="25400">
            <a:solidFill>
              <a:srgbClr val="99CC00"/>
            </a:solidFill>
            <a:round/>
            <a:headEnd/>
            <a:tailEnd type="triangle" w="lg" len="lg"/>
          </a:ln>
          <a:effectLst/>
          <a:extLst>
            <a:ext uri="{909E8E84-426E-40dd-AFC4-6F175D3DCCD1}">
              <a14:hiddenFill xmlns="" xmlns:a14="http://schemas.microsoft.com/office/drawing/2010/main">
                <a:noFill/>
              </a14:hiddenFill>
            </a:ext>
          </a:extLst>
        </p:spPr>
      </p:cxnSp>
      <p:sp>
        <p:nvSpPr>
          <p:cNvPr id="23" name="TextBox 22">
            <a:extLst>
              <a:ext uri="{FF2B5EF4-FFF2-40B4-BE49-F238E27FC236}">
                <a16:creationId xmlns:a16="http://schemas.microsoft.com/office/drawing/2014/main" id="{130DB744-4882-B245-BBC7-C46D175DEA88}"/>
              </a:ext>
            </a:extLst>
          </p:cNvPr>
          <p:cNvSpPr txBox="1"/>
          <p:nvPr/>
        </p:nvSpPr>
        <p:spPr>
          <a:xfrm>
            <a:off x="9313086" y="5023320"/>
            <a:ext cx="545342" cy="338554"/>
          </a:xfrm>
          <a:prstGeom prst="rect">
            <a:avLst/>
          </a:prstGeom>
          <a:noFill/>
        </p:spPr>
        <p:txBody>
          <a:bodyPr wrap="none">
            <a:spAutoFit/>
          </a:bodyPr>
          <a:lstStyle/>
          <a:p>
            <a:pPr>
              <a:defRPr/>
            </a:pPr>
            <a:r>
              <a:rPr lang="en-US" sz="1600" b="1" dirty="0">
                <a:solidFill>
                  <a:srgbClr val="99CC00"/>
                </a:solidFill>
              </a:rPr>
              <a:t>Edit</a:t>
            </a:r>
          </a:p>
        </p:txBody>
      </p:sp>
      <p:cxnSp>
        <p:nvCxnSpPr>
          <p:cNvPr id="24" name="Straight Arrow Connector 23">
            <a:extLst>
              <a:ext uri="{FF2B5EF4-FFF2-40B4-BE49-F238E27FC236}">
                <a16:creationId xmlns:a16="http://schemas.microsoft.com/office/drawing/2014/main" id="{B9EE0DC5-ADA1-0541-9D61-D723CDCCAE2A}"/>
              </a:ext>
            </a:extLst>
          </p:cNvPr>
          <p:cNvCxnSpPr>
            <a:cxnSpLocks/>
          </p:cNvCxnSpPr>
          <p:nvPr/>
        </p:nvCxnSpPr>
        <p:spPr>
          <a:xfrm>
            <a:off x="5446046" y="3786188"/>
            <a:ext cx="0" cy="1614716"/>
          </a:xfrm>
          <a:prstGeom prst="straightConnector1">
            <a:avLst/>
          </a:prstGeom>
          <a:ln>
            <a:solidFill>
              <a:schemeClr val="tx1"/>
            </a:solidFill>
            <a:tailEnd type="triangle" w="lg" len="lg"/>
          </a:ln>
          <a:effectLst/>
        </p:spPr>
        <p:style>
          <a:lnRef idx="2">
            <a:schemeClr val="accent1"/>
          </a:lnRef>
          <a:fillRef idx="0">
            <a:schemeClr val="accent1"/>
          </a:fillRef>
          <a:effectRef idx="1">
            <a:schemeClr val="accent1"/>
          </a:effectRef>
          <a:fontRef idx="minor">
            <a:schemeClr val="tx1"/>
          </a:fontRef>
        </p:style>
      </p:cxnSp>
      <p:sp>
        <p:nvSpPr>
          <p:cNvPr id="27" name="Rectangle 49">
            <a:extLst>
              <a:ext uri="{FF2B5EF4-FFF2-40B4-BE49-F238E27FC236}">
                <a16:creationId xmlns:a16="http://schemas.microsoft.com/office/drawing/2014/main" id="{9E7D325C-ECCB-9148-B278-474BE649BECB}"/>
              </a:ext>
            </a:extLst>
          </p:cNvPr>
          <p:cNvSpPr>
            <a:spLocks noChangeArrowheads="1"/>
          </p:cNvSpPr>
          <p:nvPr/>
        </p:nvSpPr>
        <p:spPr bwMode="auto">
          <a:xfrm>
            <a:off x="9918091" y="4725311"/>
            <a:ext cx="1032655" cy="3385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pPr algn="ctr"/>
            <a:r>
              <a:rPr lang="en-US" sz="1600" b="1" u="sng" dirty="0">
                <a:solidFill>
                  <a:srgbClr val="000000"/>
                </a:solidFill>
              </a:rPr>
              <a:t>upstream</a:t>
            </a:r>
          </a:p>
        </p:txBody>
      </p:sp>
      <p:sp>
        <p:nvSpPr>
          <p:cNvPr id="15" name="Rounded Rectangle 14">
            <a:extLst>
              <a:ext uri="{FF2B5EF4-FFF2-40B4-BE49-F238E27FC236}">
                <a16:creationId xmlns:a16="http://schemas.microsoft.com/office/drawing/2014/main" id="{E77AA3CF-08A8-D447-B8B9-3D3E29E0399F}"/>
              </a:ext>
            </a:extLst>
          </p:cNvPr>
          <p:cNvSpPr/>
          <p:nvPr/>
        </p:nvSpPr>
        <p:spPr>
          <a:xfrm>
            <a:off x="8425648" y="1355694"/>
            <a:ext cx="1099746" cy="323849"/>
          </a:xfrm>
          <a:prstGeom prst="roundRect">
            <a:avLst/>
          </a:prstGeom>
          <a:solidFill>
            <a:srgbClr val="008000"/>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1600" i="1" dirty="0">
                <a:solidFill>
                  <a:schemeClr val="bg1"/>
                </a:solidFill>
                <a:ea typeface="ＭＳ Ｐゴシック" charset="0"/>
              </a:rPr>
              <a:t>Git client</a:t>
            </a:r>
          </a:p>
        </p:txBody>
      </p:sp>
      <p:cxnSp>
        <p:nvCxnSpPr>
          <p:cNvPr id="18" name="Straight Arrow Connector 17">
            <a:extLst>
              <a:ext uri="{FF2B5EF4-FFF2-40B4-BE49-F238E27FC236}">
                <a16:creationId xmlns:a16="http://schemas.microsoft.com/office/drawing/2014/main" id="{FD8155DE-7BC2-0D4D-8556-06224D4C07F4}"/>
              </a:ext>
            </a:extLst>
          </p:cNvPr>
          <p:cNvCxnSpPr>
            <a:cxnSpLocks/>
          </p:cNvCxnSpPr>
          <p:nvPr/>
        </p:nvCxnSpPr>
        <p:spPr>
          <a:xfrm flipH="1" flipV="1">
            <a:off x="9510173" y="1448253"/>
            <a:ext cx="373267" cy="3956"/>
          </a:xfrm>
          <a:prstGeom prst="straightConnector1">
            <a:avLst/>
          </a:prstGeom>
          <a:ln>
            <a:solidFill>
              <a:schemeClr val="tx1"/>
            </a:solidFill>
            <a:tailEnd type="triangle" w="lg" len="lg"/>
          </a:ln>
          <a:effectLst/>
        </p:spPr>
        <p:style>
          <a:lnRef idx="2">
            <a:schemeClr val="accent1"/>
          </a:lnRef>
          <a:fillRef idx="0">
            <a:schemeClr val="accent1"/>
          </a:fillRef>
          <a:effectRef idx="1">
            <a:schemeClr val="accent1"/>
          </a:effectRef>
          <a:fontRef idx="minor">
            <a:schemeClr val="tx1"/>
          </a:fontRef>
        </p:style>
      </p:cxnSp>
      <p:sp>
        <p:nvSpPr>
          <p:cNvPr id="2" name="Rectangle 1">
            <a:extLst>
              <a:ext uri="{FF2B5EF4-FFF2-40B4-BE49-F238E27FC236}">
                <a16:creationId xmlns:a16="http://schemas.microsoft.com/office/drawing/2014/main" id="{5D6F2CDC-573A-404A-A277-506406B04B8F}"/>
              </a:ext>
            </a:extLst>
          </p:cNvPr>
          <p:cNvSpPr/>
          <p:nvPr/>
        </p:nvSpPr>
        <p:spPr>
          <a:xfrm>
            <a:off x="2398046" y="5721666"/>
            <a:ext cx="7578034" cy="369332"/>
          </a:xfrm>
          <a:prstGeom prst="rect">
            <a:avLst/>
          </a:prstGeom>
        </p:spPr>
        <p:txBody>
          <a:bodyPr wrap="square">
            <a:spAutoFit/>
          </a:bodyPr>
          <a:lstStyle/>
          <a:p>
            <a:pPr marL="457200" marR="0">
              <a:spcBef>
                <a:spcPts val="0"/>
              </a:spcBef>
              <a:spcAft>
                <a:spcPts val="1000"/>
              </a:spcAft>
              <a:tabLst>
                <a:tab pos="457200" algn="l"/>
              </a:tabLst>
            </a:pPr>
            <a:endParaRPr lang="en-US" b="1" u="sng" dirty="0">
              <a:solidFill>
                <a:srgbClr val="3366FF"/>
              </a:solidFill>
              <a:latin typeface="Courier New" panose="02070309020205020404" pitchFamily="49" charset="0"/>
              <a:ea typeface="MS Mincho" panose="02020609040205080304" pitchFamily="49" charset="-128"/>
            </a:endParaRPr>
          </a:p>
        </p:txBody>
      </p:sp>
      <p:cxnSp>
        <p:nvCxnSpPr>
          <p:cNvPr id="25" name="Straight Arrow Connector 137">
            <a:extLst>
              <a:ext uri="{FF2B5EF4-FFF2-40B4-BE49-F238E27FC236}">
                <a16:creationId xmlns:a16="http://schemas.microsoft.com/office/drawing/2014/main" id="{1333FF48-0841-F64C-9D7A-E3C53FC7E7E7}"/>
              </a:ext>
            </a:extLst>
          </p:cNvPr>
          <p:cNvCxnSpPr>
            <a:cxnSpLocks/>
          </p:cNvCxnSpPr>
          <p:nvPr/>
        </p:nvCxnSpPr>
        <p:spPr>
          <a:xfrm rot="5400000" flipH="1" flipV="1">
            <a:off x="8854522" y="2133524"/>
            <a:ext cx="1601208" cy="505341"/>
          </a:xfrm>
          <a:prstGeom prst="bentConnector3">
            <a:avLst>
              <a:gd name="adj1" fmla="val 99969"/>
            </a:avLst>
          </a:prstGeom>
          <a:ln>
            <a:solidFill>
              <a:schemeClr val="tx1"/>
            </a:solidFill>
            <a:tailEnd type="triangle" w="lg" len="lg"/>
          </a:ln>
          <a:effectLst/>
        </p:spPr>
        <p:style>
          <a:lnRef idx="2">
            <a:schemeClr val="accent1"/>
          </a:lnRef>
          <a:fillRef idx="0">
            <a:schemeClr val="accent1"/>
          </a:fillRef>
          <a:effectRef idx="1">
            <a:schemeClr val="accent1"/>
          </a:effectRef>
          <a:fontRef idx="minor">
            <a:schemeClr val="tx1"/>
          </a:fontRef>
        </p:style>
      </p:cxnSp>
      <p:sp>
        <p:nvSpPr>
          <p:cNvPr id="30" name="TextBox 29">
            <a:extLst>
              <a:ext uri="{FF2B5EF4-FFF2-40B4-BE49-F238E27FC236}">
                <a16:creationId xmlns:a16="http://schemas.microsoft.com/office/drawing/2014/main" id="{74EC0F07-A26E-1B47-A9E7-25E68286B790}"/>
              </a:ext>
            </a:extLst>
          </p:cNvPr>
          <p:cNvSpPr txBox="1"/>
          <p:nvPr/>
        </p:nvSpPr>
        <p:spPr>
          <a:xfrm>
            <a:off x="9515098" y="3464971"/>
            <a:ext cx="909993" cy="584775"/>
          </a:xfrm>
          <a:prstGeom prst="rect">
            <a:avLst/>
          </a:prstGeom>
          <a:noFill/>
        </p:spPr>
        <p:txBody>
          <a:bodyPr wrap="none">
            <a:spAutoFit/>
          </a:bodyPr>
          <a:lstStyle/>
          <a:p>
            <a:pPr algn="r">
              <a:defRPr/>
            </a:pPr>
            <a:r>
              <a:rPr lang="en-US" sz="1600" b="1" dirty="0">
                <a:solidFill>
                  <a:srgbClr val="99CC00"/>
                </a:solidFill>
              </a:rPr>
              <a:t>Pull</a:t>
            </a:r>
          </a:p>
          <a:p>
            <a:pPr algn="r">
              <a:defRPr/>
            </a:pPr>
            <a:r>
              <a:rPr lang="en-US" sz="1600" b="1" dirty="0">
                <a:solidFill>
                  <a:srgbClr val="99CC00"/>
                </a:solidFill>
              </a:rPr>
              <a:t>Request</a:t>
            </a:r>
          </a:p>
        </p:txBody>
      </p:sp>
      <p:sp>
        <p:nvSpPr>
          <p:cNvPr id="32" name="TextBox 31">
            <a:extLst>
              <a:ext uri="{FF2B5EF4-FFF2-40B4-BE49-F238E27FC236}">
                <a16:creationId xmlns:a16="http://schemas.microsoft.com/office/drawing/2014/main" id="{594929E8-11BF-1D4C-88CF-CD893DE4AA21}"/>
              </a:ext>
            </a:extLst>
          </p:cNvPr>
          <p:cNvSpPr txBox="1"/>
          <p:nvPr/>
        </p:nvSpPr>
        <p:spPr>
          <a:xfrm>
            <a:off x="9664547" y="3476186"/>
            <a:ext cx="750526" cy="338554"/>
          </a:xfrm>
          <a:prstGeom prst="rect">
            <a:avLst/>
          </a:prstGeom>
          <a:solidFill>
            <a:schemeClr val="bg1">
              <a:lumMod val="95000"/>
            </a:schemeClr>
          </a:solidFill>
        </p:spPr>
        <p:txBody>
          <a:bodyPr wrap="none">
            <a:spAutoFit/>
          </a:bodyPr>
          <a:lstStyle/>
          <a:p>
            <a:pPr algn="r">
              <a:defRPr/>
            </a:pPr>
            <a:r>
              <a:rPr lang="en-US" sz="1600" b="1" dirty="0">
                <a:solidFill>
                  <a:srgbClr val="99CC00"/>
                </a:solidFill>
              </a:rPr>
              <a:t>Merge</a:t>
            </a:r>
          </a:p>
        </p:txBody>
      </p:sp>
      <p:sp>
        <p:nvSpPr>
          <p:cNvPr id="33" name="TextBox 32">
            <a:extLst>
              <a:ext uri="{FF2B5EF4-FFF2-40B4-BE49-F238E27FC236}">
                <a16:creationId xmlns:a16="http://schemas.microsoft.com/office/drawing/2014/main" id="{4CC5738C-7178-3F42-BFE3-DA43115A55CD}"/>
              </a:ext>
            </a:extLst>
          </p:cNvPr>
          <p:cNvSpPr txBox="1"/>
          <p:nvPr/>
        </p:nvSpPr>
        <p:spPr>
          <a:xfrm>
            <a:off x="9680064" y="4002975"/>
            <a:ext cx="750526" cy="338554"/>
          </a:xfrm>
          <a:prstGeom prst="rect">
            <a:avLst/>
          </a:prstGeom>
          <a:noFill/>
        </p:spPr>
        <p:txBody>
          <a:bodyPr wrap="none" anchor="t">
            <a:spAutoFit/>
          </a:bodyPr>
          <a:lstStyle/>
          <a:p>
            <a:pPr algn="r">
              <a:defRPr/>
            </a:pPr>
            <a:r>
              <a:rPr lang="en-US" sz="1600" b="1" dirty="0">
                <a:solidFill>
                  <a:schemeClr val="bg1">
                    <a:lumMod val="65000"/>
                  </a:schemeClr>
                </a:solidFill>
              </a:rPr>
              <a:t>Merge</a:t>
            </a:r>
          </a:p>
        </p:txBody>
      </p:sp>
    </p:spTree>
    <p:extLst>
      <p:ext uri="{BB962C8B-B14F-4D97-AF65-F5344CB8AC3E}">
        <p14:creationId xmlns:p14="http://schemas.microsoft.com/office/powerpoint/2010/main" val="22202796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3"/>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1"/>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19"/>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25"/>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0"/>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22"/>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32"/>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33"/>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23"/>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20"/>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24"/>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6" grpId="0"/>
      <p:bldP spid="7" grpId="0" animBg="1"/>
      <p:bldP spid="8" grpId="0" animBg="1"/>
      <p:bldP spid="9" grpId="0"/>
      <p:bldP spid="10" grpId="0"/>
      <p:bldP spid="13" grpId="0" animBg="1"/>
      <p:bldP spid="16" grpId="0"/>
      <p:bldP spid="23" grpId="0"/>
      <p:bldP spid="27" grpId="0"/>
      <p:bldP spid="15" grpId="0" animBg="1"/>
      <p:bldP spid="30" grpId="0"/>
      <p:bldP spid="32" grpId="0" animBg="1"/>
      <p:bldP spid="3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4AA8AB3E-006B-AE4D-8B45-7B335DEDB2E5}"/>
              </a:ext>
            </a:extLst>
          </p:cNvPr>
          <p:cNvSpPr txBox="1">
            <a:spLocks/>
          </p:cNvSpPr>
          <p:nvPr/>
        </p:nvSpPr>
        <p:spPr>
          <a:xfrm>
            <a:off x="837443" y="36436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n-US" dirty="0"/>
              <a:t>Why this course vs. others?</a:t>
            </a:r>
          </a:p>
        </p:txBody>
      </p:sp>
      <p:sp>
        <p:nvSpPr>
          <p:cNvPr id="9" name="TextBox 8">
            <a:extLst>
              <a:ext uri="{FF2B5EF4-FFF2-40B4-BE49-F238E27FC236}">
                <a16:creationId xmlns:a16="http://schemas.microsoft.com/office/drawing/2014/main" id="{91A8EECB-B50D-6E41-902B-D7D927460C6B}"/>
              </a:ext>
            </a:extLst>
          </p:cNvPr>
          <p:cNvSpPr txBox="1"/>
          <p:nvPr/>
        </p:nvSpPr>
        <p:spPr>
          <a:xfrm>
            <a:off x="833432" y="2843564"/>
            <a:ext cx="4694619" cy="996170"/>
          </a:xfrm>
          <a:prstGeom prst="rect">
            <a:avLst/>
          </a:prstGeom>
          <a:noFill/>
        </p:spPr>
        <p:txBody>
          <a:bodyPr wrap="none" rtlCol="0">
            <a:spAutoFit/>
          </a:bodyPr>
          <a:lstStyle/>
          <a:p>
            <a:pPr marL="228600" indent="-228600">
              <a:lnSpc>
                <a:spcPct val="90000"/>
              </a:lnSpc>
              <a:spcBef>
                <a:spcPts val="1000"/>
              </a:spcBef>
              <a:buFont typeface="Arial" panose="020B0604020202020204" pitchFamily="34" charset="0"/>
              <a:buChar char="•"/>
            </a:pPr>
            <a:r>
              <a:rPr lang="en-US" sz="2800" b="1" dirty="0"/>
              <a:t>Verify status after key steps</a:t>
            </a:r>
          </a:p>
          <a:p>
            <a:pPr marL="228600" indent="-228600">
              <a:lnSpc>
                <a:spcPct val="90000"/>
              </a:lnSpc>
              <a:spcBef>
                <a:spcPts val="1000"/>
              </a:spcBef>
              <a:buFont typeface="Arial" panose="020B0604020202020204" pitchFamily="34" charset="0"/>
              <a:buChar char="•"/>
            </a:pPr>
            <a:r>
              <a:rPr lang="en-US" sz="2800" b="1" dirty="0"/>
              <a:t>Bash scripts doing steps</a:t>
            </a:r>
          </a:p>
        </p:txBody>
      </p:sp>
      <p:sp>
        <p:nvSpPr>
          <p:cNvPr id="12" name="TextBox 11">
            <a:extLst>
              <a:ext uri="{FF2B5EF4-FFF2-40B4-BE49-F238E27FC236}">
                <a16:creationId xmlns:a16="http://schemas.microsoft.com/office/drawing/2014/main" id="{26510B25-365B-8549-8396-E133E653A931}"/>
              </a:ext>
            </a:extLst>
          </p:cNvPr>
          <p:cNvSpPr txBox="1"/>
          <p:nvPr/>
        </p:nvSpPr>
        <p:spPr>
          <a:xfrm>
            <a:off x="838200" y="1820508"/>
            <a:ext cx="6530377" cy="996170"/>
          </a:xfrm>
          <a:prstGeom prst="rect">
            <a:avLst/>
          </a:prstGeom>
          <a:noFill/>
        </p:spPr>
        <p:txBody>
          <a:bodyPr wrap="none" rtlCol="0">
            <a:spAutoFit/>
          </a:bodyPr>
          <a:lstStyle/>
          <a:p>
            <a:pPr marL="228600" indent="-228600">
              <a:lnSpc>
                <a:spcPct val="90000"/>
              </a:lnSpc>
              <a:spcBef>
                <a:spcPts val="1000"/>
              </a:spcBef>
              <a:buFont typeface="Arial" panose="020B0604020202020204" pitchFamily="34" charset="0"/>
              <a:buChar char="•"/>
            </a:pPr>
            <a:r>
              <a:rPr lang="en-US" sz="2800" b="1" dirty="0"/>
              <a:t>Round-trip update of open source repos</a:t>
            </a:r>
          </a:p>
          <a:p>
            <a:pPr marL="228600" indent="-228600">
              <a:lnSpc>
                <a:spcPct val="90000"/>
              </a:lnSpc>
              <a:spcBef>
                <a:spcPts val="1000"/>
              </a:spcBef>
              <a:buFont typeface="Arial" panose="020B0604020202020204" pitchFamily="34" charset="0"/>
              <a:buChar char="•"/>
            </a:pPr>
            <a:r>
              <a:rPr lang="en-US" sz="2800" b="1" dirty="0"/>
              <a:t>How to recover from mistakes</a:t>
            </a:r>
          </a:p>
        </p:txBody>
      </p:sp>
      <p:pic>
        <p:nvPicPr>
          <p:cNvPr id="3" name="Picture 2">
            <a:extLst>
              <a:ext uri="{FF2B5EF4-FFF2-40B4-BE49-F238E27FC236}">
                <a16:creationId xmlns:a16="http://schemas.microsoft.com/office/drawing/2014/main" id="{AA32FA21-D099-B94E-81F9-BC75C9093F32}"/>
              </a:ext>
            </a:extLst>
          </p:cNvPr>
          <p:cNvPicPr>
            <a:picLocks noChangeAspect="1"/>
          </p:cNvPicPr>
          <p:nvPr/>
        </p:nvPicPr>
        <p:blipFill>
          <a:blip r:embed="rId3"/>
          <a:stretch>
            <a:fillRect/>
          </a:stretch>
        </p:blipFill>
        <p:spPr>
          <a:xfrm>
            <a:off x="7762714" y="0"/>
            <a:ext cx="7180657" cy="8678779"/>
          </a:xfrm>
          <a:prstGeom prst="rect">
            <a:avLst/>
          </a:prstGeom>
        </p:spPr>
      </p:pic>
    </p:spTree>
    <p:extLst>
      <p:ext uri="{BB962C8B-B14F-4D97-AF65-F5344CB8AC3E}">
        <p14:creationId xmlns:p14="http://schemas.microsoft.com/office/powerpoint/2010/main" val="6562437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4AA8AB3E-006B-AE4D-8B45-7B335DEDB2E5}"/>
              </a:ext>
            </a:extLst>
          </p:cNvPr>
          <p:cNvSpPr txBox="1">
            <a:spLocks/>
          </p:cNvSpPr>
          <p:nvPr/>
        </p:nvSpPr>
        <p:spPr>
          <a:xfrm>
            <a:off x="833432" y="360357"/>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n-US" dirty="0"/>
              <a:t>Why this course vs. others?</a:t>
            </a:r>
          </a:p>
        </p:txBody>
      </p:sp>
      <p:sp>
        <p:nvSpPr>
          <p:cNvPr id="12" name="TextBox 11">
            <a:extLst>
              <a:ext uri="{FF2B5EF4-FFF2-40B4-BE49-F238E27FC236}">
                <a16:creationId xmlns:a16="http://schemas.microsoft.com/office/drawing/2014/main" id="{26510B25-365B-8549-8396-E133E653A931}"/>
              </a:ext>
            </a:extLst>
          </p:cNvPr>
          <p:cNvSpPr txBox="1"/>
          <p:nvPr/>
        </p:nvSpPr>
        <p:spPr>
          <a:xfrm>
            <a:off x="832184" y="1820508"/>
            <a:ext cx="6530377" cy="3060325"/>
          </a:xfrm>
          <a:prstGeom prst="rect">
            <a:avLst/>
          </a:prstGeom>
          <a:noFill/>
        </p:spPr>
        <p:txBody>
          <a:bodyPr wrap="none" rtlCol="0">
            <a:spAutoFit/>
          </a:bodyPr>
          <a:lstStyle/>
          <a:p>
            <a:pPr marL="228600" indent="-228600">
              <a:lnSpc>
                <a:spcPct val="90000"/>
              </a:lnSpc>
              <a:spcBef>
                <a:spcPts val="1000"/>
              </a:spcBef>
              <a:buFont typeface="Arial" panose="020B0604020202020204" pitchFamily="34" charset="0"/>
              <a:buChar char="•"/>
            </a:pPr>
            <a:r>
              <a:rPr lang="en-US" sz="2800" b="1" dirty="0">
                <a:solidFill>
                  <a:schemeClr val="bg1">
                    <a:lumMod val="75000"/>
                  </a:schemeClr>
                </a:solidFill>
              </a:rPr>
              <a:t>Round-trip update of open source repos</a:t>
            </a:r>
          </a:p>
          <a:p>
            <a:pPr marL="228600" indent="-228600">
              <a:lnSpc>
                <a:spcPct val="90000"/>
              </a:lnSpc>
              <a:spcBef>
                <a:spcPts val="1000"/>
              </a:spcBef>
              <a:buFont typeface="Arial" panose="020B0604020202020204" pitchFamily="34" charset="0"/>
              <a:buChar char="•"/>
            </a:pPr>
            <a:r>
              <a:rPr lang="en-US" sz="2800" b="1" dirty="0">
                <a:solidFill>
                  <a:schemeClr val="bg1">
                    <a:lumMod val="75000"/>
                  </a:schemeClr>
                </a:solidFill>
              </a:rPr>
              <a:t>How to recover from mistakes</a:t>
            </a:r>
          </a:p>
          <a:p>
            <a:pPr marL="228600" indent="-228600">
              <a:lnSpc>
                <a:spcPct val="90000"/>
              </a:lnSpc>
              <a:spcBef>
                <a:spcPts val="1000"/>
              </a:spcBef>
              <a:buFont typeface="Arial" panose="020B0604020202020204" pitchFamily="34" charset="0"/>
              <a:buChar char="•"/>
            </a:pPr>
            <a:r>
              <a:rPr lang="en-US" sz="2800" b="1" dirty="0">
                <a:solidFill>
                  <a:schemeClr val="bg1">
                    <a:lumMod val="75000"/>
                  </a:schemeClr>
                </a:solidFill>
              </a:rPr>
              <a:t>Verify status after key steps</a:t>
            </a:r>
          </a:p>
          <a:p>
            <a:pPr marL="228600" indent="-228600">
              <a:lnSpc>
                <a:spcPct val="90000"/>
              </a:lnSpc>
              <a:spcBef>
                <a:spcPts val="1000"/>
              </a:spcBef>
              <a:buFont typeface="Arial" panose="020B0604020202020204" pitchFamily="34" charset="0"/>
              <a:buChar char="•"/>
            </a:pPr>
            <a:r>
              <a:rPr lang="en-US" sz="2800" b="1" dirty="0">
                <a:solidFill>
                  <a:schemeClr val="bg1">
                    <a:lumMod val="75000"/>
                  </a:schemeClr>
                </a:solidFill>
              </a:rPr>
              <a:t>Bash scripts doing steps</a:t>
            </a:r>
          </a:p>
          <a:p>
            <a:pPr marL="228600" indent="-228600">
              <a:lnSpc>
                <a:spcPct val="90000"/>
              </a:lnSpc>
              <a:spcBef>
                <a:spcPts val="1000"/>
              </a:spcBef>
              <a:buFont typeface="Arial" panose="020B0604020202020204" pitchFamily="34" charset="0"/>
              <a:buChar char="•"/>
            </a:pPr>
            <a:r>
              <a:rPr lang="en-US" sz="2800" b="1" dirty="0"/>
              <a:t>Keyboard shortcuts</a:t>
            </a:r>
          </a:p>
          <a:p>
            <a:pPr marL="228600" indent="-228600">
              <a:lnSpc>
                <a:spcPct val="90000"/>
              </a:lnSpc>
              <a:spcBef>
                <a:spcPts val="1000"/>
              </a:spcBef>
              <a:buFont typeface="Arial" panose="020B0604020202020204" pitchFamily="34" charset="0"/>
              <a:buChar char="•"/>
            </a:pPr>
            <a:endParaRPr lang="en-US" sz="2800" b="1" dirty="0"/>
          </a:p>
        </p:txBody>
      </p:sp>
      <p:pic>
        <p:nvPicPr>
          <p:cNvPr id="7" name="Picture 6">
            <a:extLst>
              <a:ext uri="{FF2B5EF4-FFF2-40B4-BE49-F238E27FC236}">
                <a16:creationId xmlns:a16="http://schemas.microsoft.com/office/drawing/2014/main" id="{939D0E3B-9997-9D4F-BE83-9E04D784C1DF}"/>
              </a:ext>
            </a:extLst>
          </p:cNvPr>
          <p:cNvPicPr>
            <a:picLocks noChangeAspect="1"/>
          </p:cNvPicPr>
          <p:nvPr/>
        </p:nvPicPr>
        <p:blipFill>
          <a:blip r:embed="rId3"/>
          <a:stretch>
            <a:fillRect/>
          </a:stretch>
        </p:blipFill>
        <p:spPr>
          <a:xfrm>
            <a:off x="7856532" y="-1203158"/>
            <a:ext cx="13022894" cy="8061158"/>
          </a:xfrm>
          <a:prstGeom prst="rect">
            <a:avLst/>
          </a:prstGeom>
        </p:spPr>
      </p:pic>
    </p:spTree>
    <p:extLst>
      <p:ext uri="{BB962C8B-B14F-4D97-AF65-F5344CB8AC3E}">
        <p14:creationId xmlns:p14="http://schemas.microsoft.com/office/powerpoint/2010/main" val="42494536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4AA8AB3E-006B-AE4D-8B45-7B335DEDB2E5}"/>
              </a:ext>
            </a:extLst>
          </p:cNvPr>
          <p:cNvSpPr txBox="1">
            <a:spLocks/>
          </p:cNvSpPr>
          <p:nvPr/>
        </p:nvSpPr>
        <p:spPr>
          <a:xfrm>
            <a:off x="833432" y="360357"/>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n-US" dirty="0"/>
              <a:t>Why this course vs. others?</a:t>
            </a:r>
          </a:p>
        </p:txBody>
      </p:sp>
      <p:sp>
        <p:nvSpPr>
          <p:cNvPr id="12" name="TextBox 11">
            <a:extLst>
              <a:ext uri="{FF2B5EF4-FFF2-40B4-BE49-F238E27FC236}">
                <a16:creationId xmlns:a16="http://schemas.microsoft.com/office/drawing/2014/main" id="{26510B25-365B-8549-8396-E133E653A931}"/>
              </a:ext>
            </a:extLst>
          </p:cNvPr>
          <p:cNvSpPr txBox="1"/>
          <p:nvPr/>
        </p:nvSpPr>
        <p:spPr>
          <a:xfrm>
            <a:off x="832184" y="1820508"/>
            <a:ext cx="6530377" cy="3060325"/>
          </a:xfrm>
          <a:prstGeom prst="rect">
            <a:avLst/>
          </a:prstGeom>
          <a:noFill/>
        </p:spPr>
        <p:txBody>
          <a:bodyPr wrap="none" rtlCol="0">
            <a:spAutoFit/>
          </a:bodyPr>
          <a:lstStyle/>
          <a:p>
            <a:pPr marL="228600" indent="-228600">
              <a:lnSpc>
                <a:spcPct val="90000"/>
              </a:lnSpc>
              <a:spcBef>
                <a:spcPts val="1000"/>
              </a:spcBef>
              <a:buFont typeface="Arial" panose="020B0604020202020204" pitchFamily="34" charset="0"/>
              <a:buChar char="•"/>
            </a:pPr>
            <a:r>
              <a:rPr lang="en-US" sz="2800" b="1" dirty="0">
                <a:solidFill>
                  <a:schemeClr val="bg1">
                    <a:lumMod val="75000"/>
                  </a:schemeClr>
                </a:solidFill>
              </a:rPr>
              <a:t>Round-trip update of open source repos</a:t>
            </a:r>
          </a:p>
          <a:p>
            <a:pPr marL="228600" indent="-228600">
              <a:lnSpc>
                <a:spcPct val="90000"/>
              </a:lnSpc>
              <a:spcBef>
                <a:spcPts val="1000"/>
              </a:spcBef>
              <a:buFont typeface="Arial" panose="020B0604020202020204" pitchFamily="34" charset="0"/>
              <a:buChar char="•"/>
            </a:pPr>
            <a:r>
              <a:rPr lang="en-US" sz="2800" b="1" dirty="0">
                <a:solidFill>
                  <a:schemeClr val="bg1">
                    <a:lumMod val="75000"/>
                  </a:schemeClr>
                </a:solidFill>
              </a:rPr>
              <a:t>How to recover from mistakes</a:t>
            </a:r>
          </a:p>
          <a:p>
            <a:pPr marL="228600" indent="-228600">
              <a:lnSpc>
                <a:spcPct val="90000"/>
              </a:lnSpc>
              <a:spcBef>
                <a:spcPts val="1000"/>
              </a:spcBef>
              <a:buFont typeface="Arial" panose="020B0604020202020204" pitchFamily="34" charset="0"/>
              <a:buChar char="•"/>
            </a:pPr>
            <a:r>
              <a:rPr lang="en-US" sz="2800" b="1" dirty="0">
                <a:solidFill>
                  <a:schemeClr val="bg1">
                    <a:lumMod val="75000"/>
                  </a:schemeClr>
                </a:solidFill>
              </a:rPr>
              <a:t>Verify status after key steps</a:t>
            </a:r>
          </a:p>
          <a:p>
            <a:pPr marL="228600" indent="-228600">
              <a:lnSpc>
                <a:spcPct val="90000"/>
              </a:lnSpc>
              <a:spcBef>
                <a:spcPts val="1000"/>
              </a:spcBef>
              <a:buFont typeface="Arial" panose="020B0604020202020204" pitchFamily="34" charset="0"/>
              <a:buChar char="•"/>
            </a:pPr>
            <a:r>
              <a:rPr lang="en-US" sz="2800" b="1" dirty="0">
                <a:solidFill>
                  <a:schemeClr val="bg1">
                    <a:lumMod val="75000"/>
                  </a:schemeClr>
                </a:solidFill>
              </a:rPr>
              <a:t>Bash scripts doing steps</a:t>
            </a:r>
          </a:p>
          <a:p>
            <a:pPr marL="228600" indent="-228600">
              <a:lnSpc>
                <a:spcPct val="90000"/>
              </a:lnSpc>
              <a:spcBef>
                <a:spcPts val="1000"/>
              </a:spcBef>
              <a:buFont typeface="Arial" panose="020B0604020202020204" pitchFamily="34" charset="0"/>
              <a:buChar char="•"/>
            </a:pPr>
            <a:r>
              <a:rPr lang="en-US" sz="2800" b="1" dirty="0">
                <a:solidFill>
                  <a:schemeClr val="bg1">
                    <a:lumMod val="75000"/>
                  </a:schemeClr>
                </a:solidFill>
              </a:rPr>
              <a:t>Keyboard shortcuts</a:t>
            </a:r>
          </a:p>
          <a:p>
            <a:pPr marL="228600" indent="-228600">
              <a:lnSpc>
                <a:spcPct val="90000"/>
              </a:lnSpc>
              <a:spcBef>
                <a:spcPts val="1000"/>
              </a:spcBef>
              <a:buFont typeface="Arial" panose="020B0604020202020204" pitchFamily="34" charset="0"/>
              <a:buChar char="•"/>
            </a:pPr>
            <a:endParaRPr lang="en-US" sz="2800" b="1" dirty="0"/>
          </a:p>
        </p:txBody>
      </p:sp>
      <p:sp>
        <p:nvSpPr>
          <p:cNvPr id="6" name="TextBox 5">
            <a:extLst>
              <a:ext uri="{FF2B5EF4-FFF2-40B4-BE49-F238E27FC236}">
                <a16:creationId xmlns:a16="http://schemas.microsoft.com/office/drawing/2014/main" id="{3653B9A9-5112-114B-BCA8-36F93A5AF6B5}"/>
              </a:ext>
            </a:extLst>
          </p:cNvPr>
          <p:cNvSpPr txBox="1"/>
          <p:nvPr/>
        </p:nvSpPr>
        <p:spPr>
          <a:xfrm>
            <a:off x="832184" y="4400702"/>
            <a:ext cx="1689180" cy="480131"/>
          </a:xfrm>
          <a:prstGeom prst="rect">
            <a:avLst/>
          </a:prstGeom>
          <a:noFill/>
        </p:spPr>
        <p:txBody>
          <a:bodyPr wrap="none" rtlCol="0">
            <a:spAutoFit/>
          </a:bodyPr>
          <a:lstStyle/>
          <a:p>
            <a:pPr marL="228600" indent="-228600">
              <a:lnSpc>
                <a:spcPct val="90000"/>
              </a:lnSpc>
              <a:spcBef>
                <a:spcPts val="1000"/>
              </a:spcBef>
              <a:buFont typeface="Arial" panose="020B0604020202020204" pitchFamily="34" charset="0"/>
              <a:buChar char="•"/>
            </a:pPr>
            <a:r>
              <a:rPr lang="en-US" sz="2800" b="1" dirty="0"/>
              <a:t>Reviews</a:t>
            </a:r>
          </a:p>
        </p:txBody>
      </p:sp>
    </p:spTree>
    <p:extLst>
      <p:ext uri="{BB962C8B-B14F-4D97-AF65-F5344CB8AC3E}">
        <p14:creationId xmlns:p14="http://schemas.microsoft.com/office/powerpoint/2010/main" val="18774268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4AA8AB3E-006B-AE4D-8B45-7B335DEDB2E5}"/>
              </a:ext>
            </a:extLst>
          </p:cNvPr>
          <p:cNvSpPr txBox="1">
            <a:spLocks/>
          </p:cNvSpPr>
          <p:nvPr/>
        </p:nvSpPr>
        <p:spPr>
          <a:xfrm>
            <a:off x="833432" y="360357"/>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n-US" dirty="0"/>
              <a:t>Which is most helpful to you?</a:t>
            </a:r>
          </a:p>
        </p:txBody>
      </p:sp>
      <p:sp>
        <p:nvSpPr>
          <p:cNvPr id="12" name="TextBox 11">
            <a:extLst>
              <a:ext uri="{FF2B5EF4-FFF2-40B4-BE49-F238E27FC236}">
                <a16:creationId xmlns:a16="http://schemas.microsoft.com/office/drawing/2014/main" id="{26510B25-365B-8549-8396-E133E653A931}"/>
              </a:ext>
            </a:extLst>
          </p:cNvPr>
          <p:cNvSpPr txBox="1"/>
          <p:nvPr/>
        </p:nvSpPr>
        <p:spPr>
          <a:xfrm>
            <a:off x="832184" y="1820508"/>
            <a:ext cx="6530377" cy="3060325"/>
          </a:xfrm>
          <a:prstGeom prst="rect">
            <a:avLst/>
          </a:prstGeom>
          <a:noFill/>
        </p:spPr>
        <p:txBody>
          <a:bodyPr wrap="none" rtlCol="0">
            <a:spAutoFit/>
          </a:bodyPr>
          <a:lstStyle/>
          <a:p>
            <a:pPr marL="228600" indent="-228600">
              <a:lnSpc>
                <a:spcPct val="90000"/>
              </a:lnSpc>
              <a:spcBef>
                <a:spcPts val="1000"/>
              </a:spcBef>
              <a:buFont typeface="Arial" panose="020B0604020202020204" pitchFamily="34" charset="0"/>
              <a:buChar char="•"/>
            </a:pPr>
            <a:r>
              <a:rPr lang="en-US" sz="2800" b="1" dirty="0"/>
              <a:t>Round-trip update of open source repos</a:t>
            </a:r>
          </a:p>
          <a:p>
            <a:pPr marL="228600" indent="-228600">
              <a:lnSpc>
                <a:spcPct val="90000"/>
              </a:lnSpc>
              <a:spcBef>
                <a:spcPts val="1000"/>
              </a:spcBef>
              <a:buFont typeface="Arial" panose="020B0604020202020204" pitchFamily="34" charset="0"/>
              <a:buChar char="•"/>
            </a:pPr>
            <a:r>
              <a:rPr lang="en-US" sz="2800" b="1" dirty="0"/>
              <a:t>How to recover from mistakes</a:t>
            </a:r>
          </a:p>
          <a:p>
            <a:pPr marL="228600" indent="-228600">
              <a:lnSpc>
                <a:spcPct val="90000"/>
              </a:lnSpc>
              <a:spcBef>
                <a:spcPts val="1000"/>
              </a:spcBef>
              <a:buFont typeface="Arial" panose="020B0604020202020204" pitchFamily="34" charset="0"/>
              <a:buChar char="•"/>
            </a:pPr>
            <a:r>
              <a:rPr lang="en-US" sz="2800" b="1" dirty="0"/>
              <a:t>Verify status after key steps</a:t>
            </a:r>
          </a:p>
          <a:p>
            <a:pPr marL="228600" indent="-228600">
              <a:lnSpc>
                <a:spcPct val="90000"/>
              </a:lnSpc>
              <a:spcBef>
                <a:spcPts val="1000"/>
              </a:spcBef>
              <a:buFont typeface="Arial" panose="020B0604020202020204" pitchFamily="34" charset="0"/>
              <a:buChar char="•"/>
            </a:pPr>
            <a:r>
              <a:rPr lang="en-US" sz="2800" b="1" dirty="0"/>
              <a:t>Bash scripts doing steps</a:t>
            </a:r>
          </a:p>
          <a:p>
            <a:pPr marL="228600" indent="-228600">
              <a:lnSpc>
                <a:spcPct val="90000"/>
              </a:lnSpc>
              <a:spcBef>
                <a:spcPts val="1000"/>
              </a:spcBef>
              <a:buFont typeface="Arial" panose="020B0604020202020204" pitchFamily="34" charset="0"/>
              <a:buChar char="•"/>
            </a:pPr>
            <a:r>
              <a:rPr lang="en-US" sz="2800" b="1" dirty="0"/>
              <a:t>Keyboard shortcuts</a:t>
            </a:r>
          </a:p>
          <a:p>
            <a:pPr marL="228600" indent="-228600">
              <a:lnSpc>
                <a:spcPct val="90000"/>
              </a:lnSpc>
              <a:spcBef>
                <a:spcPts val="1000"/>
              </a:spcBef>
              <a:buFont typeface="Arial" panose="020B0604020202020204" pitchFamily="34" charset="0"/>
              <a:buChar char="•"/>
            </a:pPr>
            <a:endParaRPr lang="en-US" sz="2800" b="1" dirty="0"/>
          </a:p>
        </p:txBody>
      </p:sp>
      <p:sp>
        <p:nvSpPr>
          <p:cNvPr id="6" name="TextBox 5">
            <a:extLst>
              <a:ext uri="{FF2B5EF4-FFF2-40B4-BE49-F238E27FC236}">
                <a16:creationId xmlns:a16="http://schemas.microsoft.com/office/drawing/2014/main" id="{3653B9A9-5112-114B-BCA8-36F93A5AF6B5}"/>
              </a:ext>
            </a:extLst>
          </p:cNvPr>
          <p:cNvSpPr txBox="1"/>
          <p:nvPr/>
        </p:nvSpPr>
        <p:spPr>
          <a:xfrm>
            <a:off x="832184" y="4400702"/>
            <a:ext cx="1689180" cy="480131"/>
          </a:xfrm>
          <a:prstGeom prst="rect">
            <a:avLst/>
          </a:prstGeom>
          <a:noFill/>
        </p:spPr>
        <p:txBody>
          <a:bodyPr wrap="none" rtlCol="0">
            <a:spAutoFit/>
          </a:bodyPr>
          <a:lstStyle/>
          <a:p>
            <a:pPr marL="228600" indent="-228600">
              <a:lnSpc>
                <a:spcPct val="90000"/>
              </a:lnSpc>
              <a:spcBef>
                <a:spcPts val="1000"/>
              </a:spcBef>
              <a:buFont typeface="Arial" panose="020B0604020202020204" pitchFamily="34" charset="0"/>
              <a:buChar char="•"/>
            </a:pPr>
            <a:r>
              <a:rPr lang="en-US" sz="2800" b="1" dirty="0"/>
              <a:t>Reviews</a:t>
            </a:r>
          </a:p>
        </p:txBody>
      </p:sp>
    </p:spTree>
    <p:extLst>
      <p:ext uri="{BB962C8B-B14F-4D97-AF65-F5344CB8AC3E}">
        <p14:creationId xmlns:p14="http://schemas.microsoft.com/office/powerpoint/2010/main" val="41129363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Part 1</a:t>
            </a:r>
          </a:p>
        </p:txBody>
      </p:sp>
      <p:sp>
        <p:nvSpPr>
          <p:cNvPr id="3" name="Subtitle 2"/>
          <p:cNvSpPr>
            <a:spLocks noGrp="1"/>
          </p:cNvSpPr>
          <p:nvPr>
            <p:ph type="subTitle" idx="1"/>
          </p:nvPr>
        </p:nvSpPr>
        <p:spPr/>
        <p:txBody>
          <a:bodyPr/>
          <a:lstStyle/>
          <a:p>
            <a:r>
              <a:rPr lang="en-US" dirty="0"/>
              <a:t>Install utilities</a:t>
            </a:r>
          </a:p>
        </p:txBody>
      </p:sp>
    </p:spTree>
    <p:extLst>
      <p:ext uri="{BB962C8B-B14F-4D97-AF65-F5344CB8AC3E}">
        <p14:creationId xmlns:p14="http://schemas.microsoft.com/office/powerpoint/2010/main" val="25223162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223906" y="384712"/>
            <a:ext cx="1552325" cy="748988"/>
          </a:xfrm>
          <a:prstGeom prst="rect">
            <a:avLst/>
          </a:prstGeom>
          <a:noFill/>
        </p:spPr>
        <p:txBody>
          <a:bodyPr wrap="square" rtlCol="0">
            <a:spAutoFit/>
          </a:bodyPr>
          <a:lstStyle/>
          <a:p>
            <a:r>
              <a:rPr lang="en-US" sz="4267" b="1" u="sng" dirty="0" err="1">
                <a:solidFill>
                  <a:schemeClr val="accent1"/>
                </a:solidFill>
                <a:latin typeface="Open Sans Light" charset="0"/>
                <a:ea typeface="Open Sans Light" charset="0"/>
                <a:cs typeface="Open Sans Light" charset="0"/>
              </a:rPr>
              <a:t>Git</a:t>
            </a:r>
            <a:endParaRPr lang="en-US" sz="4267" b="1" u="sng" dirty="0">
              <a:solidFill>
                <a:schemeClr val="accent1"/>
              </a:solidFill>
              <a:latin typeface="Open Sans Light" charset="0"/>
              <a:ea typeface="Open Sans Light" charset="0"/>
              <a:cs typeface="Open Sans Light" charset="0"/>
            </a:endParaRPr>
          </a:p>
        </p:txBody>
      </p:sp>
      <p:sp>
        <p:nvSpPr>
          <p:cNvPr id="6" name="TextBox 5"/>
          <p:cNvSpPr txBox="1"/>
          <p:nvPr/>
        </p:nvSpPr>
        <p:spPr>
          <a:xfrm>
            <a:off x="821304" y="1754099"/>
            <a:ext cx="5370387" cy="954107"/>
          </a:xfrm>
          <a:prstGeom prst="rect">
            <a:avLst/>
          </a:prstGeom>
          <a:noFill/>
        </p:spPr>
        <p:txBody>
          <a:bodyPr wrap="square" rtlCol="0">
            <a:spAutoFit/>
          </a:bodyPr>
          <a:lstStyle/>
          <a:p>
            <a:pPr marL="609585" indent="-609585">
              <a:buFont typeface="Arial" charset="0"/>
              <a:buChar char="•"/>
            </a:pPr>
            <a:r>
              <a:rPr lang="en-US" sz="2800" dirty="0">
                <a:solidFill>
                  <a:schemeClr val="accent1"/>
                </a:solidFill>
                <a:ea typeface="Open Sans Light" charset="0"/>
                <a:cs typeface="Open Sans Light" charset="0"/>
              </a:rPr>
              <a:t>Used in both client and </a:t>
            </a:r>
            <a:br>
              <a:rPr lang="en-US" sz="2800" dirty="0">
                <a:solidFill>
                  <a:schemeClr val="accent1"/>
                </a:solidFill>
                <a:ea typeface="Open Sans Light" charset="0"/>
                <a:cs typeface="Open Sans Light" charset="0"/>
              </a:rPr>
            </a:br>
            <a:r>
              <a:rPr lang="en-US" sz="2800" dirty="0">
                <a:solidFill>
                  <a:schemeClr val="accent1"/>
                </a:solidFill>
                <a:ea typeface="Open Sans Light" charset="0"/>
                <a:cs typeface="Open Sans Light" charset="0"/>
              </a:rPr>
              <a:t>server software</a:t>
            </a:r>
          </a:p>
        </p:txBody>
      </p:sp>
      <p:sp>
        <p:nvSpPr>
          <p:cNvPr id="7" name="TextBox 6"/>
          <p:cNvSpPr txBox="1"/>
          <p:nvPr/>
        </p:nvSpPr>
        <p:spPr>
          <a:xfrm>
            <a:off x="6485457" y="1754099"/>
            <a:ext cx="5115476" cy="523220"/>
          </a:xfrm>
          <a:prstGeom prst="rect">
            <a:avLst/>
          </a:prstGeom>
          <a:noFill/>
        </p:spPr>
        <p:txBody>
          <a:bodyPr wrap="square" rtlCol="0">
            <a:spAutoFit/>
          </a:bodyPr>
          <a:lstStyle/>
          <a:p>
            <a:pPr marL="609585" indent="-609585">
              <a:buFont typeface="Arial" charset="0"/>
              <a:buChar char="•"/>
            </a:pPr>
            <a:r>
              <a:rPr lang="en-US" sz="2800" dirty="0">
                <a:solidFill>
                  <a:schemeClr val="accent1"/>
                </a:solidFill>
                <a:ea typeface="Open Sans Light" charset="0"/>
                <a:cs typeface="Open Sans Light" charset="0"/>
              </a:rPr>
              <a:t>web service software</a:t>
            </a:r>
          </a:p>
        </p:txBody>
      </p:sp>
      <p:sp>
        <p:nvSpPr>
          <p:cNvPr id="10" name="TextBox 9"/>
          <p:cNvSpPr txBox="1"/>
          <p:nvPr/>
        </p:nvSpPr>
        <p:spPr>
          <a:xfrm>
            <a:off x="808161" y="2705549"/>
            <a:ext cx="5445384" cy="954107"/>
          </a:xfrm>
          <a:prstGeom prst="rect">
            <a:avLst/>
          </a:prstGeom>
          <a:noFill/>
        </p:spPr>
        <p:txBody>
          <a:bodyPr wrap="square" rtlCol="0">
            <a:spAutoFit/>
          </a:bodyPr>
          <a:lstStyle/>
          <a:p>
            <a:pPr marL="609585" indent="-609585">
              <a:buFont typeface="Arial" charset="0"/>
              <a:buChar char="•"/>
            </a:pPr>
            <a:r>
              <a:rPr lang="en-US" sz="2800" b="1" dirty="0">
                <a:solidFill>
                  <a:schemeClr val="accent1"/>
                </a:solidFill>
                <a:ea typeface="Open Sans Light" charset="0"/>
                <a:cs typeface="Open Sans Light" charset="0"/>
              </a:rPr>
              <a:t>Distributed version control repository format</a:t>
            </a:r>
          </a:p>
        </p:txBody>
      </p:sp>
      <p:sp>
        <p:nvSpPr>
          <p:cNvPr id="12" name="TextBox 11"/>
          <p:cNvSpPr txBox="1"/>
          <p:nvPr/>
        </p:nvSpPr>
        <p:spPr>
          <a:xfrm>
            <a:off x="6485457" y="2240092"/>
            <a:ext cx="5327511" cy="523220"/>
          </a:xfrm>
          <a:prstGeom prst="rect">
            <a:avLst/>
          </a:prstGeom>
          <a:noFill/>
        </p:spPr>
        <p:txBody>
          <a:bodyPr wrap="square" rtlCol="0">
            <a:spAutoFit/>
          </a:bodyPr>
          <a:lstStyle/>
          <a:p>
            <a:pPr marL="609585" indent="-609585">
              <a:buFont typeface="Arial" charset="0"/>
              <a:buChar char="•"/>
            </a:pPr>
            <a:r>
              <a:rPr lang="en-US" sz="2800" dirty="0">
                <a:solidFill>
                  <a:schemeClr val="accent1"/>
                </a:solidFill>
                <a:ea typeface="Open Sans Light" charset="0"/>
                <a:cs typeface="Open Sans Light" charset="0"/>
              </a:rPr>
              <a:t>SaaS (Software as a Service)</a:t>
            </a:r>
          </a:p>
        </p:txBody>
      </p:sp>
      <p:pic>
        <p:nvPicPr>
          <p:cNvPr id="3" name="Picture 2"/>
          <p:cNvPicPr>
            <a:picLocks noChangeAspect="1"/>
          </p:cNvPicPr>
          <p:nvPr/>
        </p:nvPicPr>
        <p:blipFill>
          <a:blip r:embed="rId3"/>
          <a:stretch>
            <a:fillRect/>
          </a:stretch>
        </p:blipFill>
        <p:spPr>
          <a:xfrm>
            <a:off x="526682" y="332903"/>
            <a:ext cx="3037201" cy="1033061"/>
          </a:xfrm>
          <a:prstGeom prst="rect">
            <a:avLst/>
          </a:prstGeom>
        </p:spPr>
      </p:pic>
      <p:sp>
        <p:nvSpPr>
          <p:cNvPr id="9" name="Rectangle 8"/>
          <p:cNvSpPr/>
          <p:nvPr/>
        </p:nvSpPr>
        <p:spPr>
          <a:xfrm>
            <a:off x="7098495" y="6276318"/>
            <a:ext cx="4140685" cy="400110"/>
          </a:xfrm>
          <a:prstGeom prst="rect">
            <a:avLst/>
          </a:prstGeom>
        </p:spPr>
        <p:txBody>
          <a:bodyPr wrap="none">
            <a:spAutoFit/>
          </a:bodyPr>
          <a:lstStyle/>
          <a:p>
            <a:r>
              <a:rPr lang="en-US" sz="2000" dirty="0">
                <a:solidFill>
                  <a:schemeClr val="bg1">
                    <a:lumMod val="75000"/>
                  </a:schemeClr>
                </a:solidFill>
                <a:ea typeface="Open Sans Light" charset="0"/>
                <a:cs typeface="Open Sans Light" charset="0"/>
              </a:rPr>
              <a:t>https://</a:t>
            </a:r>
            <a:r>
              <a:rPr lang="en-US" sz="2000" dirty="0" err="1">
                <a:solidFill>
                  <a:schemeClr val="bg1">
                    <a:lumMod val="75000"/>
                  </a:schemeClr>
                </a:solidFill>
                <a:ea typeface="Open Sans Light" charset="0"/>
                <a:cs typeface="Open Sans Light" charset="0"/>
              </a:rPr>
              <a:t>git-scm.com</a:t>
            </a:r>
            <a:r>
              <a:rPr lang="en-US" sz="2000" dirty="0">
                <a:solidFill>
                  <a:schemeClr val="bg1">
                    <a:lumMod val="75000"/>
                  </a:schemeClr>
                </a:solidFill>
                <a:ea typeface="Open Sans Light" charset="0"/>
                <a:cs typeface="Open Sans Light" charset="0"/>
              </a:rPr>
              <a:t>/downloads/logos</a:t>
            </a:r>
          </a:p>
        </p:txBody>
      </p:sp>
      <p:pic>
        <p:nvPicPr>
          <p:cNvPr id="13" name="Picture 1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29109" y="332903"/>
            <a:ext cx="2305353" cy="945195"/>
          </a:xfrm>
          <a:prstGeom prst="rect">
            <a:avLst/>
          </a:prstGeom>
          <a:solidFill>
            <a:schemeClr val="bg1"/>
          </a:solidFill>
        </p:spPr>
      </p:pic>
      <p:pic>
        <p:nvPicPr>
          <p:cNvPr id="14" name="Picture 1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180283" y="436902"/>
            <a:ext cx="1252341" cy="1041009"/>
          </a:xfrm>
          <a:prstGeom prst="rect">
            <a:avLst/>
          </a:prstGeom>
        </p:spPr>
      </p:pic>
      <p:sp>
        <p:nvSpPr>
          <p:cNvPr id="15" name="TextBox 14"/>
          <p:cNvSpPr txBox="1"/>
          <p:nvPr/>
        </p:nvSpPr>
        <p:spPr>
          <a:xfrm>
            <a:off x="821304" y="4608449"/>
            <a:ext cx="5109480" cy="1384995"/>
          </a:xfrm>
          <a:prstGeom prst="rect">
            <a:avLst/>
          </a:prstGeom>
          <a:noFill/>
        </p:spPr>
        <p:txBody>
          <a:bodyPr wrap="square" rtlCol="0">
            <a:spAutoFit/>
          </a:bodyPr>
          <a:lstStyle/>
          <a:p>
            <a:pPr marL="609585" indent="-609585">
              <a:buFont typeface="Arial" charset="0"/>
              <a:buChar char="•"/>
            </a:pPr>
            <a:r>
              <a:rPr lang="en-US" sz="2800" dirty="0">
                <a:solidFill>
                  <a:schemeClr val="accent1"/>
                </a:solidFill>
                <a:ea typeface="Open Sans Light" charset="0"/>
                <a:cs typeface="Open Sans Light" charset="0"/>
              </a:rPr>
              <a:t>Open-sourced and owned by the Software Freedom Conservancy</a:t>
            </a:r>
          </a:p>
        </p:txBody>
      </p:sp>
      <p:sp>
        <p:nvSpPr>
          <p:cNvPr id="16" name="Rectangle 15"/>
          <p:cNvSpPr/>
          <p:nvPr/>
        </p:nvSpPr>
        <p:spPr>
          <a:xfrm>
            <a:off x="7098495" y="6044757"/>
            <a:ext cx="3062057" cy="400110"/>
          </a:xfrm>
          <a:prstGeom prst="rect">
            <a:avLst/>
          </a:prstGeom>
        </p:spPr>
        <p:txBody>
          <a:bodyPr wrap="none">
            <a:spAutoFit/>
          </a:bodyPr>
          <a:lstStyle/>
          <a:p>
            <a:r>
              <a:rPr lang="en-US" sz="2000" dirty="0">
                <a:solidFill>
                  <a:schemeClr val="bg1">
                    <a:lumMod val="75000"/>
                  </a:schemeClr>
                </a:solidFill>
                <a:ea typeface="Open Sans Light" charset="0"/>
                <a:cs typeface="Open Sans Light" charset="0"/>
              </a:rPr>
              <a:t>http://</a:t>
            </a:r>
            <a:r>
              <a:rPr lang="en-US" sz="2000" dirty="0" err="1">
                <a:solidFill>
                  <a:schemeClr val="bg1">
                    <a:lumMod val="75000"/>
                  </a:schemeClr>
                </a:solidFill>
                <a:ea typeface="Open Sans Light" charset="0"/>
                <a:cs typeface="Open Sans Light" charset="0"/>
              </a:rPr>
              <a:t>octodex.github.com</a:t>
            </a:r>
            <a:r>
              <a:rPr lang="en-US" sz="2000" dirty="0">
                <a:solidFill>
                  <a:schemeClr val="bg1">
                    <a:lumMod val="75000"/>
                  </a:schemeClr>
                </a:solidFill>
                <a:ea typeface="Open Sans Light" charset="0"/>
                <a:cs typeface="Open Sans Light" charset="0"/>
              </a:rPr>
              <a:t>/</a:t>
            </a:r>
          </a:p>
        </p:txBody>
      </p:sp>
      <p:sp>
        <p:nvSpPr>
          <p:cNvPr id="17" name="TextBox 16">
            <a:extLst>
              <a:ext uri="{FF2B5EF4-FFF2-40B4-BE49-F238E27FC236}">
                <a16:creationId xmlns:a16="http://schemas.microsoft.com/office/drawing/2014/main" id="{3B20808F-37A2-DF4E-82DC-99F32791BF14}"/>
              </a:ext>
            </a:extLst>
          </p:cNvPr>
          <p:cNvSpPr txBox="1"/>
          <p:nvPr/>
        </p:nvSpPr>
        <p:spPr>
          <a:xfrm>
            <a:off x="6485457" y="4699889"/>
            <a:ext cx="5340003" cy="1384995"/>
          </a:xfrm>
          <a:prstGeom prst="rect">
            <a:avLst/>
          </a:prstGeom>
          <a:noFill/>
        </p:spPr>
        <p:txBody>
          <a:bodyPr wrap="square" rtlCol="0">
            <a:spAutoFit/>
          </a:bodyPr>
          <a:lstStyle/>
          <a:p>
            <a:pPr marL="609585" indent="-609585">
              <a:buFont typeface="Arial" charset="0"/>
              <a:buChar char="•"/>
            </a:pPr>
            <a:r>
              <a:rPr lang="en-US" sz="2800" dirty="0">
                <a:solidFill>
                  <a:schemeClr val="accent1"/>
                </a:solidFill>
                <a:ea typeface="Open Sans Light" charset="0"/>
                <a:cs typeface="Open Sans Light" charset="0"/>
              </a:rPr>
              <a:t>competing tools with additional "enterprise" features</a:t>
            </a:r>
          </a:p>
        </p:txBody>
      </p:sp>
      <p:sp>
        <p:nvSpPr>
          <p:cNvPr id="18" name="TextBox 17">
            <a:extLst>
              <a:ext uri="{FF2B5EF4-FFF2-40B4-BE49-F238E27FC236}">
                <a16:creationId xmlns:a16="http://schemas.microsoft.com/office/drawing/2014/main" id="{2C42E286-0F47-7B4D-9D7C-BCB88A3AE69A}"/>
              </a:ext>
            </a:extLst>
          </p:cNvPr>
          <p:cNvSpPr txBox="1"/>
          <p:nvPr/>
        </p:nvSpPr>
        <p:spPr>
          <a:xfrm>
            <a:off x="7615722" y="1146143"/>
            <a:ext cx="4018527" cy="584775"/>
          </a:xfrm>
          <a:prstGeom prst="rect">
            <a:avLst/>
          </a:prstGeom>
          <a:noFill/>
        </p:spPr>
        <p:txBody>
          <a:bodyPr wrap="square" rtlCol="0">
            <a:spAutoFit/>
          </a:bodyPr>
          <a:lstStyle/>
          <a:p>
            <a:r>
              <a:rPr lang="en-US" sz="3200" dirty="0">
                <a:solidFill>
                  <a:schemeClr val="accent1"/>
                </a:solidFill>
                <a:ea typeface="Open Sans Light" charset="0"/>
                <a:cs typeface="Open Sans Light" charset="0"/>
              </a:rPr>
              <a:t>GitLab, Bitbucket, etc.</a:t>
            </a:r>
          </a:p>
        </p:txBody>
      </p:sp>
      <p:sp>
        <p:nvSpPr>
          <p:cNvPr id="19" name="TextBox 18">
            <a:extLst>
              <a:ext uri="{FF2B5EF4-FFF2-40B4-BE49-F238E27FC236}">
                <a16:creationId xmlns:a16="http://schemas.microsoft.com/office/drawing/2014/main" id="{DB22DB2E-E0CE-314B-91AC-4836C41CCC1C}"/>
              </a:ext>
            </a:extLst>
          </p:cNvPr>
          <p:cNvSpPr txBox="1"/>
          <p:nvPr/>
        </p:nvSpPr>
        <p:spPr>
          <a:xfrm>
            <a:off x="808160" y="3656999"/>
            <a:ext cx="5445385" cy="954107"/>
          </a:xfrm>
          <a:prstGeom prst="rect">
            <a:avLst/>
          </a:prstGeom>
          <a:noFill/>
        </p:spPr>
        <p:txBody>
          <a:bodyPr wrap="square" rtlCol="0">
            <a:spAutoFit/>
          </a:bodyPr>
          <a:lstStyle/>
          <a:p>
            <a:pPr marL="609585" indent="-609585">
              <a:buFont typeface="Arial" charset="0"/>
              <a:buChar char="•"/>
            </a:pPr>
            <a:r>
              <a:rPr lang="en-US" sz="2800" dirty="0">
                <a:solidFill>
                  <a:schemeClr val="accent1"/>
                </a:solidFill>
                <a:ea typeface="Open Sans Light" charset="0"/>
                <a:cs typeface="Open Sans Light" charset="0"/>
              </a:rPr>
              <a:t>Designed by Linus Torvalds</a:t>
            </a:r>
            <a:br>
              <a:rPr lang="en-US" sz="2800" dirty="0">
                <a:solidFill>
                  <a:schemeClr val="accent1"/>
                </a:solidFill>
                <a:ea typeface="Open Sans Light" charset="0"/>
                <a:cs typeface="Open Sans Light" charset="0"/>
              </a:rPr>
            </a:br>
            <a:r>
              <a:rPr lang="en-US" sz="2800" dirty="0">
                <a:solidFill>
                  <a:schemeClr val="accent1"/>
                </a:solidFill>
                <a:ea typeface="Open Sans Light" charset="0"/>
                <a:cs typeface="Open Sans Light" charset="0"/>
              </a:rPr>
              <a:t>who also invented Linux</a:t>
            </a:r>
          </a:p>
        </p:txBody>
      </p:sp>
      <p:sp>
        <p:nvSpPr>
          <p:cNvPr id="2" name="Rectangle 1">
            <a:extLst>
              <a:ext uri="{FF2B5EF4-FFF2-40B4-BE49-F238E27FC236}">
                <a16:creationId xmlns:a16="http://schemas.microsoft.com/office/drawing/2014/main" id="{D734E0C2-53DE-E945-B16D-0CED4C6D86D1}"/>
              </a:ext>
            </a:extLst>
          </p:cNvPr>
          <p:cNvSpPr/>
          <p:nvPr/>
        </p:nvSpPr>
        <p:spPr>
          <a:xfrm>
            <a:off x="1442519" y="6066596"/>
            <a:ext cx="4703852" cy="400110"/>
          </a:xfrm>
          <a:prstGeom prst="rect">
            <a:avLst/>
          </a:prstGeom>
        </p:spPr>
        <p:txBody>
          <a:bodyPr wrap="none">
            <a:spAutoFit/>
          </a:bodyPr>
          <a:lstStyle/>
          <a:p>
            <a:pPr defTabSz="342900" eaLnBrk="0" fontAlgn="base" hangingPunct="0">
              <a:spcBef>
                <a:spcPct val="30000"/>
              </a:spcBef>
              <a:spcAft>
                <a:spcPct val="0"/>
              </a:spcAft>
              <a:defRPr/>
            </a:pPr>
            <a:r>
              <a:rPr lang="en-US" sz="2000" dirty="0">
                <a:solidFill>
                  <a:schemeClr val="bg1">
                    <a:lumMod val="75000"/>
                  </a:schemeClr>
                </a:solidFill>
                <a:ea typeface="ＭＳ Ｐゴシック" charset="0"/>
                <a:cs typeface="ＭＳ Ｐゴシック" charset="0"/>
              </a:rPr>
              <a:t>https://</a:t>
            </a:r>
            <a:r>
              <a:rPr lang="en-US" sz="2000" dirty="0" err="1">
                <a:solidFill>
                  <a:schemeClr val="bg1">
                    <a:lumMod val="75000"/>
                  </a:schemeClr>
                </a:solidFill>
                <a:ea typeface="ＭＳ Ｐゴシック" charset="0"/>
                <a:cs typeface="ＭＳ Ｐゴシック" charset="0"/>
              </a:rPr>
              <a:t>sfconservancy.org</a:t>
            </a:r>
            <a:r>
              <a:rPr lang="en-US" sz="2000" dirty="0">
                <a:solidFill>
                  <a:schemeClr val="bg1">
                    <a:lumMod val="75000"/>
                  </a:schemeClr>
                </a:solidFill>
                <a:ea typeface="ＭＳ Ｐゴシック" charset="0"/>
                <a:cs typeface="ＭＳ Ｐゴシック" charset="0"/>
              </a:rPr>
              <a:t>/projects/current/</a:t>
            </a:r>
          </a:p>
        </p:txBody>
      </p:sp>
      <p:pic>
        <p:nvPicPr>
          <p:cNvPr id="21" name="Picture 20">
            <a:extLst>
              <a:ext uri="{FF2B5EF4-FFF2-40B4-BE49-F238E27FC236}">
                <a16:creationId xmlns:a16="http://schemas.microsoft.com/office/drawing/2014/main" id="{B454D494-2E07-424C-A10E-FB5B9CAC4A74}"/>
              </a:ext>
            </a:extLst>
          </p:cNvPr>
          <p:cNvPicPr>
            <a:picLocks noChangeAspect="1"/>
          </p:cNvPicPr>
          <p:nvPr/>
        </p:nvPicPr>
        <p:blipFill>
          <a:blip r:embed="rId6"/>
          <a:stretch>
            <a:fillRect/>
          </a:stretch>
        </p:blipFill>
        <p:spPr>
          <a:xfrm>
            <a:off x="7246145" y="2870155"/>
            <a:ext cx="3594100" cy="1638300"/>
          </a:xfrm>
          <a:prstGeom prst="rect">
            <a:avLst/>
          </a:prstGeom>
        </p:spPr>
      </p:pic>
    </p:spTree>
    <p:extLst>
      <p:ext uri="{BB962C8B-B14F-4D97-AF65-F5344CB8AC3E}">
        <p14:creationId xmlns:p14="http://schemas.microsoft.com/office/powerpoint/2010/main" val="952566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10" grpId="0"/>
      <p:bldP spid="12" grpId="0"/>
      <p:bldP spid="15" grpId="0"/>
      <p:bldP spid="17" grpId="0"/>
      <p:bldP spid="18" grpId="0"/>
      <p:bldP spid="19" grpId="0"/>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4AA8AB3E-006B-AE4D-8B45-7B335DEDB2E5}"/>
              </a:ext>
            </a:extLst>
          </p:cNvPr>
          <p:cNvSpPr txBox="1">
            <a:spLocks/>
          </p:cNvSpPr>
          <p:nvPr/>
        </p:nvSpPr>
        <p:spPr>
          <a:xfrm>
            <a:off x="833432" y="360357"/>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n-US" dirty="0"/>
              <a:t>Not in scope</a:t>
            </a:r>
          </a:p>
        </p:txBody>
      </p:sp>
      <p:sp>
        <p:nvSpPr>
          <p:cNvPr id="12" name="TextBox 11">
            <a:extLst>
              <a:ext uri="{FF2B5EF4-FFF2-40B4-BE49-F238E27FC236}">
                <a16:creationId xmlns:a16="http://schemas.microsoft.com/office/drawing/2014/main" id="{26510B25-365B-8549-8396-E133E653A931}"/>
              </a:ext>
            </a:extLst>
          </p:cNvPr>
          <p:cNvSpPr txBox="1"/>
          <p:nvPr/>
        </p:nvSpPr>
        <p:spPr>
          <a:xfrm>
            <a:off x="832184" y="1820508"/>
            <a:ext cx="9151864" cy="4608441"/>
          </a:xfrm>
          <a:prstGeom prst="rect">
            <a:avLst/>
          </a:prstGeom>
          <a:noFill/>
        </p:spPr>
        <p:txBody>
          <a:bodyPr wrap="none" rtlCol="0">
            <a:spAutoFit/>
          </a:bodyPr>
          <a:lstStyle/>
          <a:p>
            <a:pPr marL="228600" indent="-228600">
              <a:lnSpc>
                <a:spcPct val="90000"/>
              </a:lnSpc>
              <a:spcBef>
                <a:spcPts val="1000"/>
              </a:spcBef>
              <a:buFont typeface="Arial" panose="020B0604020202020204" pitchFamily="34" charset="0"/>
              <a:buChar char="•"/>
            </a:pPr>
            <a:r>
              <a:rPr lang="en-US" sz="2800" b="1" dirty="0"/>
              <a:t>Different Git clients &amp; their configuration</a:t>
            </a:r>
          </a:p>
          <a:p>
            <a:pPr marL="228600" indent="-228600">
              <a:lnSpc>
                <a:spcPct val="90000"/>
              </a:lnSpc>
              <a:spcBef>
                <a:spcPts val="1000"/>
              </a:spcBef>
              <a:buFont typeface="Arial" panose="020B0604020202020204" pitchFamily="34" charset="0"/>
              <a:buChar char="•"/>
            </a:pPr>
            <a:r>
              <a:rPr lang="en-US" sz="2800" b="1" dirty="0"/>
              <a:t>Comparison of GitHub vs. GitLab vs. </a:t>
            </a:r>
            <a:r>
              <a:rPr lang="en-US" sz="2800" b="1" dirty="0" err="1"/>
              <a:t>BitBucket</a:t>
            </a:r>
            <a:r>
              <a:rPr lang="en-US" sz="2800" b="1" dirty="0"/>
              <a:t>, etc.</a:t>
            </a:r>
          </a:p>
          <a:p>
            <a:pPr marL="228600" indent="-228600">
              <a:lnSpc>
                <a:spcPct val="90000"/>
              </a:lnSpc>
              <a:spcBef>
                <a:spcPts val="1000"/>
              </a:spcBef>
              <a:buFont typeface="Arial" panose="020B0604020202020204" pitchFamily="34" charset="0"/>
              <a:buChar char="•"/>
            </a:pPr>
            <a:r>
              <a:rPr lang="en-US" sz="2800" b="1" dirty="0"/>
              <a:t>Organization accounts &amp; profile avatar picture in GitHub</a:t>
            </a:r>
          </a:p>
          <a:p>
            <a:pPr marL="228600" indent="-228600">
              <a:lnSpc>
                <a:spcPct val="90000"/>
              </a:lnSpc>
              <a:spcBef>
                <a:spcPts val="1000"/>
              </a:spcBef>
              <a:buFont typeface="Arial" panose="020B0604020202020204" pitchFamily="34" charset="0"/>
              <a:buChar char="•"/>
            </a:pPr>
            <a:r>
              <a:rPr lang="en-US" sz="2800" b="1" dirty="0"/>
              <a:t>Multiple accounts, 2FA, and secure signing of commits</a:t>
            </a:r>
          </a:p>
          <a:p>
            <a:pPr marL="228600" indent="-228600">
              <a:lnSpc>
                <a:spcPct val="90000"/>
              </a:lnSpc>
              <a:spcBef>
                <a:spcPts val="1000"/>
              </a:spcBef>
              <a:buFont typeface="Arial" panose="020B0604020202020204" pitchFamily="34" charset="0"/>
              <a:buChar char="•"/>
            </a:pPr>
            <a:r>
              <a:rPr lang="en-US" sz="2800" b="1" dirty="0"/>
              <a:t>Create your own </a:t>
            </a:r>
            <a:r>
              <a:rPr lang="en-US" sz="2800" b="1" dirty="0" err="1"/>
              <a:t>github.io</a:t>
            </a:r>
            <a:r>
              <a:rPr lang="en-US" sz="2800" b="1" dirty="0"/>
              <a:t> / </a:t>
            </a:r>
            <a:r>
              <a:rPr lang="en-US" sz="2800" b="1" dirty="0" err="1"/>
              <a:t>gitlab.io</a:t>
            </a:r>
            <a:r>
              <a:rPr lang="en-US" sz="2800" b="1" dirty="0"/>
              <a:t> website</a:t>
            </a:r>
          </a:p>
          <a:p>
            <a:pPr marL="228600" indent="-228600">
              <a:lnSpc>
                <a:spcPct val="90000"/>
              </a:lnSpc>
              <a:spcBef>
                <a:spcPts val="1000"/>
              </a:spcBef>
              <a:buFont typeface="Arial" panose="020B0604020202020204" pitchFamily="34" charset="0"/>
              <a:buChar char="•"/>
            </a:pPr>
            <a:r>
              <a:rPr lang="en-US" sz="2800" b="1" dirty="0"/>
              <a:t>README.md markdown coding and readers</a:t>
            </a:r>
          </a:p>
          <a:p>
            <a:pPr marL="228600" indent="-228600">
              <a:lnSpc>
                <a:spcPct val="90000"/>
              </a:lnSpc>
              <a:spcBef>
                <a:spcPts val="1000"/>
              </a:spcBef>
              <a:buFont typeface="Arial" panose="020B0604020202020204" pitchFamily="34" charset="0"/>
              <a:buChar char="•"/>
            </a:pPr>
            <a:r>
              <a:rPr lang="en-US" sz="2800" b="1" dirty="0"/>
              <a:t>Intricacies of git rebase and merge, with diff/merge tools</a:t>
            </a:r>
          </a:p>
          <a:p>
            <a:pPr marL="228600" indent="-228600">
              <a:lnSpc>
                <a:spcPct val="90000"/>
              </a:lnSpc>
              <a:spcBef>
                <a:spcPts val="1000"/>
              </a:spcBef>
              <a:buFont typeface="Arial" panose="020B0604020202020204" pitchFamily="34" charset="0"/>
              <a:buChar char="•"/>
            </a:pPr>
            <a:r>
              <a:rPr lang="en-US" sz="2800" b="1" dirty="0"/>
              <a:t>Hooks for automatic actions</a:t>
            </a:r>
          </a:p>
          <a:p>
            <a:pPr>
              <a:lnSpc>
                <a:spcPct val="90000"/>
              </a:lnSpc>
              <a:spcBef>
                <a:spcPts val="1000"/>
              </a:spcBef>
            </a:pPr>
            <a:endParaRPr lang="en-US" sz="2800" b="1" dirty="0"/>
          </a:p>
        </p:txBody>
      </p:sp>
    </p:spTree>
    <p:extLst>
      <p:ext uri="{BB962C8B-B14F-4D97-AF65-F5344CB8AC3E}">
        <p14:creationId xmlns:p14="http://schemas.microsoft.com/office/powerpoint/2010/main" val="3868214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4AA8AB3E-006B-AE4D-8B45-7B335DEDB2E5}"/>
              </a:ext>
            </a:extLst>
          </p:cNvPr>
          <p:cNvSpPr txBox="1">
            <a:spLocks/>
          </p:cNvSpPr>
          <p:nvPr/>
        </p:nvSpPr>
        <p:spPr>
          <a:xfrm>
            <a:off x="833432" y="360357"/>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n-US" dirty="0"/>
              <a:t>IDE</a:t>
            </a:r>
          </a:p>
        </p:txBody>
      </p:sp>
      <p:sp>
        <p:nvSpPr>
          <p:cNvPr id="12" name="TextBox 11">
            <a:extLst>
              <a:ext uri="{FF2B5EF4-FFF2-40B4-BE49-F238E27FC236}">
                <a16:creationId xmlns:a16="http://schemas.microsoft.com/office/drawing/2014/main" id="{26510B25-365B-8549-8396-E133E653A931}"/>
              </a:ext>
            </a:extLst>
          </p:cNvPr>
          <p:cNvSpPr txBox="1"/>
          <p:nvPr/>
        </p:nvSpPr>
        <p:spPr>
          <a:xfrm>
            <a:off x="832184" y="1820508"/>
            <a:ext cx="3858749" cy="2544286"/>
          </a:xfrm>
          <a:prstGeom prst="rect">
            <a:avLst/>
          </a:prstGeom>
          <a:noFill/>
        </p:spPr>
        <p:txBody>
          <a:bodyPr wrap="none" rtlCol="0">
            <a:spAutoFit/>
          </a:bodyPr>
          <a:lstStyle/>
          <a:p>
            <a:pPr marL="228600" indent="-228600">
              <a:lnSpc>
                <a:spcPct val="90000"/>
              </a:lnSpc>
              <a:spcBef>
                <a:spcPts val="1000"/>
              </a:spcBef>
              <a:buFont typeface="Arial" panose="020B0604020202020204" pitchFamily="34" charset="0"/>
              <a:buChar char="•"/>
            </a:pPr>
            <a:r>
              <a:rPr lang="en-US" sz="2800" dirty="0"/>
              <a:t>IntelliJ </a:t>
            </a:r>
            <a:r>
              <a:rPr lang="en-US" sz="2800" dirty="0" err="1"/>
              <a:t>WebStrom</a:t>
            </a:r>
            <a:endParaRPr lang="en-US" sz="2800" dirty="0"/>
          </a:p>
          <a:p>
            <a:pPr marL="228600" indent="-228600">
              <a:lnSpc>
                <a:spcPct val="90000"/>
              </a:lnSpc>
              <a:spcBef>
                <a:spcPts val="1000"/>
              </a:spcBef>
              <a:buFont typeface="Arial" panose="020B0604020202020204" pitchFamily="34" charset="0"/>
              <a:buChar char="•"/>
            </a:pPr>
            <a:r>
              <a:rPr lang="en-US" sz="2800" dirty="0"/>
              <a:t>IntelliJ IDEA (JetBrains)</a:t>
            </a:r>
          </a:p>
          <a:p>
            <a:pPr marL="228600" indent="-228600">
              <a:lnSpc>
                <a:spcPct val="90000"/>
              </a:lnSpc>
              <a:spcBef>
                <a:spcPts val="1000"/>
              </a:spcBef>
              <a:buFont typeface="Arial" panose="020B0604020202020204" pitchFamily="34" charset="0"/>
              <a:buChar char="•"/>
            </a:pPr>
            <a:r>
              <a:rPr lang="en-US" sz="2800" dirty="0"/>
              <a:t>Eclipse</a:t>
            </a:r>
          </a:p>
          <a:p>
            <a:pPr marL="228600" indent="-228600">
              <a:lnSpc>
                <a:spcPct val="90000"/>
              </a:lnSpc>
              <a:spcBef>
                <a:spcPts val="1000"/>
              </a:spcBef>
              <a:buFont typeface="Arial" panose="020B0604020202020204" pitchFamily="34" charset="0"/>
              <a:buChar char="•"/>
            </a:pPr>
            <a:r>
              <a:rPr lang="en-US" sz="2800" dirty="0"/>
              <a:t>Netbeans</a:t>
            </a:r>
          </a:p>
          <a:p>
            <a:pPr marL="228600" indent="-228600">
              <a:lnSpc>
                <a:spcPct val="90000"/>
              </a:lnSpc>
              <a:spcBef>
                <a:spcPts val="1000"/>
              </a:spcBef>
              <a:buFont typeface="Arial" panose="020B0604020202020204" pitchFamily="34" charset="0"/>
              <a:buChar char="•"/>
            </a:pPr>
            <a:r>
              <a:rPr lang="en-US" sz="2800" dirty="0"/>
              <a:t>etc.</a:t>
            </a:r>
          </a:p>
        </p:txBody>
      </p:sp>
      <p:sp>
        <p:nvSpPr>
          <p:cNvPr id="4" name="Title 2">
            <a:extLst>
              <a:ext uri="{FF2B5EF4-FFF2-40B4-BE49-F238E27FC236}">
                <a16:creationId xmlns:a16="http://schemas.microsoft.com/office/drawing/2014/main" id="{62CE246E-9D6D-5249-927B-52979A5633F8}"/>
              </a:ext>
            </a:extLst>
          </p:cNvPr>
          <p:cNvSpPr txBox="1">
            <a:spLocks/>
          </p:cNvSpPr>
          <p:nvPr/>
        </p:nvSpPr>
        <p:spPr>
          <a:xfrm>
            <a:off x="5010912" y="352065"/>
            <a:ext cx="3346704"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n-US" dirty="0"/>
              <a:t>Text editors</a:t>
            </a:r>
          </a:p>
        </p:txBody>
      </p:sp>
      <p:sp>
        <p:nvSpPr>
          <p:cNvPr id="6" name="TextBox 5">
            <a:extLst>
              <a:ext uri="{FF2B5EF4-FFF2-40B4-BE49-F238E27FC236}">
                <a16:creationId xmlns:a16="http://schemas.microsoft.com/office/drawing/2014/main" id="{45365EFA-3BF9-3C40-926A-F76D42E8DDE3}"/>
              </a:ext>
            </a:extLst>
          </p:cNvPr>
          <p:cNvSpPr txBox="1"/>
          <p:nvPr/>
        </p:nvSpPr>
        <p:spPr>
          <a:xfrm>
            <a:off x="5010912" y="1694212"/>
            <a:ext cx="3178691" cy="1512209"/>
          </a:xfrm>
          <a:prstGeom prst="rect">
            <a:avLst/>
          </a:prstGeom>
          <a:noFill/>
        </p:spPr>
        <p:txBody>
          <a:bodyPr wrap="none" rtlCol="0">
            <a:spAutoFit/>
          </a:bodyPr>
          <a:lstStyle/>
          <a:p>
            <a:pPr marL="228600" indent="-228600">
              <a:lnSpc>
                <a:spcPct val="90000"/>
              </a:lnSpc>
              <a:spcBef>
                <a:spcPts val="1000"/>
              </a:spcBef>
              <a:buFont typeface="Arial" panose="020B0604020202020204" pitchFamily="34" charset="0"/>
              <a:buChar char="•"/>
            </a:pPr>
            <a:r>
              <a:rPr lang="en-US" sz="2800" dirty="0" err="1"/>
              <a:t>SublimeText</a:t>
            </a:r>
            <a:endParaRPr lang="en-US" sz="2800" dirty="0"/>
          </a:p>
          <a:p>
            <a:pPr marL="228600" indent="-228600">
              <a:lnSpc>
                <a:spcPct val="90000"/>
              </a:lnSpc>
              <a:spcBef>
                <a:spcPts val="1000"/>
              </a:spcBef>
              <a:buFont typeface="Arial" panose="020B0604020202020204" pitchFamily="34" charset="0"/>
              <a:buChar char="•"/>
            </a:pPr>
            <a:r>
              <a:rPr lang="en-US" sz="2800" dirty="0"/>
              <a:t>Visual Studio Code</a:t>
            </a:r>
          </a:p>
          <a:p>
            <a:pPr marL="228600" indent="-228600">
              <a:lnSpc>
                <a:spcPct val="90000"/>
              </a:lnSpc>
              <a:spcBef>
                <a:spcPts val="1000"/>
              </a:spcBef>
              <a:buFont typeface="Arial" panose="020B0604020202020204" pitchFamily="34" charset="0"/>
              <a:buChar char="•"/>
            </a:pPr>
            <a:r>
              <a:rPr lang="en-US" sz="2800" dirty="0"/>
              <a:t>etc.</a:t>
            </a:r>
          </a:p>
        </p:txBody>
      </p:sp>
      <p:sp>
        <p:nvSpPr>
          <p:cNvPr id="7" name="Title 2">
            <a:extLst>
              <a:ext uri="{FF2B5EF4-FFF2-40B4-BE49-F238E27FC236}">
                <a16:creationId xmlns:a16="http://schemas.microsoft.com/office/drawing/2014/main" id="{82CEC79B-9DE8-A142-860F-DEEE30438524}"/>
              </a:ext>
            </a:extLst>
          </p:cNvPr>
          <p:cNvSpPr txBox="1">
            <a:spLocks/>
          </p:cNvSpPr>
          <p:nvPr/>
        </p:nvSpPr>
        <p:spPr>
          <a:xfrm>
            <a:off x="8691488" y="360357"/>
            <a:ext cx="3346704"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n-US" dirty="0"/>
              <a:t>Git GUI</a:t>
            </a:r>
          </a:p>
        </p:txBody>
      </p:sp>
      <p:sp>
        <p:nvSpPr>
          <p:cNvPr id="8" name="TextBox 7">
            <a:extLst>
              <a:ext uri="{FF2B5EF4-FFF2-40B4-BE49-F238E27FC236}">
                <a16:creationId xmlns:a16="http://schemas.microsoft.com/office/drawing/2014/main" id="{A20E0258-AD75-2141-931F-3A542B4646DF}"/>
              </a:ext>
            </a:extLst>
          </p:cNvPr>
          <p:cNvSpPr txBox="1"/>
          <p:nvPr/>
        </p:nvSpPr>
        <p:spPr>
          <a:xfrm>
            <a:off x="8691488" y="1702504"/>
            <a:ext cx="2486963" cy="2544286"/>
          </a:xfrm>
          <a:prstGeom prst="rect">
            <a:avLst/>
          </a:prstGeom>
          <a:noFill/>
        </p:spPr>
        <p:txBody>
          <a:bodyPr wrap="none" rtlCol="0">
            <a:spAutoFit/>
          </a:bodyPr>
          <a:lstStyle/>
          <a:p>
            <a:pPr marL="228600" indent="-228600">
              <a:lnSpc>
                <a:spcPct val="90000"/>
              </a:lnSpc>
              <a:spcBef>
                <a:spcPts val="1000"/>
              </a:spcBef>
              <a:buFont typeface="Arial" panose="020B0604020202020204" pitchFamily="34" charset="0"/>
              <a:buChar char="•"/>
            </a:pPr>
            <a:r>
              <a:rPr lang="en-US" sz="2800" dirty="0"/>
              <a:t>Git for GitHub</a:t>
            </a:r>
          </a:p>
          <a:p>
            <a:pPr marL="228600" indent="-228600">
              <a:lnSpc>
                <a:spcPct val="90000"/>
              </a:lnSpc>
              <a:spcBef>
                <a:spcPts val="1000"/>
              </a:spcBef>
              <a:buFont typeface="Arial" panose="020B0604020202020204" pitchFamily="34" charset="0"/>
              <a:buChar char="•"/>
            </a:pPr>
            <a:r>
              <a:rPr lang="en-US" sz="2800" dirty="0"/>
              <a:t>GitKraken</a:t>
            </a:r>
          </a:p>
          <a:p>
            <a:pPr marL="228600" indent="-228600">
              <a:lnSpc>
                <a:spcPct val="90000"/>
              </a:lnSpc>
              <a:spcBef>
                <a:spcPts val="1000"/>
              </a:spcBef>
              <a:buFont typeface="Arial" panose="020B0604020202020204" pitchFamily="34" charset="0"/>
              <a:buChar char="•"/>
            </a:pPr>
            <a:r>
              <a:rPr lang="en-US" sz="2800" dirty="0"/>
              <a:t>Tower</a:t>
            </a:r>
          </a:p>
          <a:p>
            <a:pPr marL="228600" indent="-228600">
              <a:lnSpc>
                <a:spcPct val="90000"/>
              </a:lnSpc>
              <a:spcBef>
                <a:spcPts val="1000"/>
              </a:spcBef>
              <a:buFont typeface="Arial" panose="020B0604020202020204" pitchFamily="34" charset="0"/>
              <a:buChar char="•"/>
            </a:pPr>
            <a:r>
              <a:rPr lang="en-US" sz="2800" dirty="0" err="1"/>
              <a:t>SmartGit</a:t>
            </a:r>
            <a:endParaRPr lang="en-US" sz="2800" dirty="0"/>
          </a:p>
          <a:p>
            <a:pPr marL="228600" indent="-228600">
              <a:lnSpc>
                <a:spcPct val="90000"/>
              </a:lnSpc>
              <a:spcBef>
                <a:spcPts val="1000"/>
              </a:spcBef>
              <a:buFont typeface="Arial" panose="020B0604020202020204" pitchFamily="34" charset="0"/>
              <a:buChar char="•"/>
            </a:pPr>
            <a:r>
              <a:rPr lang="en-US" sz="2800" dirty="0"/>
              <a:t>etc.</a:t>
            </a:r>
          </a:p>
        </p:txBody>
      </p:sp>
    </p:spTree>
    <p:extLst>
      <p:ext uri="{BB962C8B-B14F-4D97-AF65-F5344CB8AC3E}">
        <p14:creationId xmlns:p14="http://schemas.microsoft.com/office/powerpoint/2010/main" val="19681824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4AA8AB3E-006B-AE4D-8B45-7B335DEDB2E5}"/>
              </a:ext>
            </a:extLst>
          </p:cNvPr>
          <p:cNvSpPr txBox="1">
            <a:spLocks/>
          </p:cNvSpPr>
          <p:nvPr/>
        </p:nvSpPr>
        <p:spPr>
          <a:xfrm>
            <a:off x="833432" y="360357"/>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n-US" dirty="0"/>
              <a:t>IntelliJ WebStorm IDE</a:t>
            </a:r>
          </a:p>
        </p:txBody>
      </p:sp>
      <p:pic>
        <p:nvPicPr>
          <p:cNvPr id="6" name="Content Placeholder 4">
            <a:extLst>
              <a:ext uri="{FF2B5EF4-FFF2-40B4-BE49-F238E27FC236}">
                <a16:creationId xmlns:a16="http://schemas.microsoft.com/office/drawing/2014/main" id="{24F39677-7218-D243-A2E6-70265884879F}"/>
              </a:ext>
            </a:extLst>
          </p:cNvPr>
          <p:cNvPicPr>
            <a:picLocks noGrp="1" noChangeAspect="1"/>
          </p:cNvPicPr>
          <p:nvPr>
            <p:ph idx="1"/>
          </p:nvPr>
        </p:nvPicPr>
        <p:blipFill>
          <a:blip r:embed="rId3"/>
          <a:stretch>
            <a:fillRect/>
          </a:stretch>
        </p:blipFill>
        <p:spPr>
          <a:xfrm>
            <a:off x="833432" y="1685920"/>
            <a:ext cx="11007140" cy="4124330"/>
          </a:xfrm>
        </p:spPr>
      </p:pic>
    </p:spTree>
    <p:extLst>
      <p:ext uri="{BB962C8B-B14F-4D97-AF65-F5344CB8AC3E}">
        <p14:creationId xmlns:p14="http://schemas.microsoft.com/office/powerpoint/2010/main" val="36216663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4AA8AB3E-006B-AE4D-8B45-7B335DEDB2E5}"/>
              </a:ext>
            </a:extLst>
          </p:cNvPr>
          <p:cNvSpPr txBox="1">
            <a:spLocks/>
          </p:cNvSpPr>
          <p:nvPr/>
        </p:nvSpPr>
        <p:spPr>
          <a:xfrm rot="16200000">
            <a:off x="-2724562" y="2670969"/>
            <a:ext cx="6667501"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n-US" dirty="0"/>
              <a:t>IntelliJ IDEA CE IDE</a:t>
            </a:r>
          </a:p>
        </p:txBody>
      </p:sp>
      <p:pic>
        <p:nvPicPr>
          <p:cNvPr id="7" name="Picture 6">
            <a:extLst>
              <a:ext uri="{FF2B5EF4-FFF2-40B4-BE49-F238E27FC236}">
                <a16:creationId xmlns:a16="http://schemas.microsoft.com/office/drawing/2014/main" id="{0561140F-9510-E24A-B183-F2036614C6E3}"/>
              </a:ext>
            </a:extLst>
          </p:cNvPr>
          <p:cNvPicPr>
            <a:picLocks noChangeAspect="1"/>
          </p:cNvPicPr>
          <p:nvPr/>
        </p:nvPicPr>
        <p:blipFill>
          <a:blip r:embed="rId3"/>
          <a:stretch>
            <a:fillRect/>
          </a:stretch>
        </p:blipFill>
        <p:spPr>
          <a:xfrm>
            <a:off x="1271970" y="0"/>
            <a:ext cx="4508500" cy="6667500"/>
          </a:xfrm>
          <a:prstGeom prst="rect">
            <a:avLst/>
          </a:prstGeom>
        </p:spPr>
      </p:pic>
      <p:pic>
        <p:nvPicPr>
          <p:cNvPr id="8" name="Picture 7">
            <a:extLst>
              <a:ext uri="{FF2B5EF4-FFF2-40B4-BE49-F238E27FC236}">
                <a16:creationId xmlns:a16="http://schemas.microsoft.com/office/drawing/2014/main" id="{F5465EB6-9F5F-364A-A058-8793E5343007}"/>
              </a:ext>
            </a:extLst>
          </p:cNvPr>
          <p:cNvPicPr>
            <a:picLocks noChangeAspect="1"/>
          </p:cNvPicPr>
          <p:nvPr/>
        </p:nvPicPr>
        <p:blipFill>
          <a:blip r:embed="rId4"/>
          <a:stretch>
            <a:fillRect/>
          </a:stretch>
        </p:blipFill>
        <p:spPr>
          <a:xfrm>
            <a:off x="5780470" y="0"/>
            <a:ext cx="6399607" cy="4698124"/>
          </a:xfrm>
          <a:prstGeom prst="rect">
            <a:avLst/>
          </a:prstGeom>
        </p:spPr>
      </p:pic>
      <p:pic>
        <p:nvPicPr>
          <p:cNvPr id="10" name="Picture 9">
            <a:extLst>
              <a:ext uri="{FF2B5EF4-FFF2-40B4-BE49-F238E27FC236}">
                <a16:creationId xmlns:a16="http://schemas.microsoft.com/office/drawing/2014/main" id="{8D4A6504-3112-2642-A1BD-A27D59401AE6}"/>
              </a:ext>
            </a:extLst>
          </p:cNvPr>
          <p:cNvPicPr>
            <a:picLocks noChangeAspect="1"/>
          </p:cNvPicPr>
          <p:nvPr/>
        </p:nvPicPr>
        <p:blipFill>
          <a:blip r:embed="rId5"/>
          <a:stretch>
            <a:fillRect/>
          </a:stretch>
        </p:blipFill>
        <p:spPr>
          <a:xfrm>
            <a:off x="5780470" y="1968062"/>
            <a:ext cx="3733800" cy="381000"/>
          </a:xfrm>
          <a:prstGeom prst="rect">
            <a:avLst/>
          </a:prstGeom>
        </p:spPr>
      </p:pic>
    </p:spTree>
    <p:extLst>
      <p:ext uri="{BB962C8B-B14F-4D97-AF65-F5344CB8AC3E}">
        <p14:creationId xmlns:p14="http://schemas.microsoft.com/office/powerpoint/2010/main" val="1199149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4AA8AB3E-006B-AE4D-8B45-7B335DEDB2E5}"/>
              </a:ext>
            </a:extLst>
          </p:cNvPr>
          <p:cNvSpPr txBox="1">
            <a:spLocks/>
          </p:cNvSpPr>
          <p:nvPr/>
        </p:nvSpPr>
        <p:spPr>
          <a:xfrm>
            <a:off x="833432" y="360357"/>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n-US" dirty="0"/>
              <a:t>Eclipse </a:t>
            </a:r>
          </a:p>
          <a:p>
            <a:r>
              <a:rPr lang="en-US" dirty="0"/>
              <a:t>IDE</a:t>
            </a:r>
          </a:p>
        </p:txBody>
      </p:sp>
      <p:pic>
        <p:nvPicPr>
          <p:cNvPr id="4" name="Picture 3">
            <a:extLst>
              <a:ext uri="{FF2B5EF4-FFF2-40B4-BE49-F238E27FC236}">
                <a16:creationId xmlns:a16="http://schemas.microsoft.com/office/drawing/2014/main" id="{24A11E4E-C557-8D49-B52F-E90D2F36B8BE}"/>
              </a:ext>
            </a:extLst>
          </p:cNvPr>
          <p:cNvPicPr/>
          <p:nvPr/>
        </p:nvPicPr>
        <p:blipFill>
          <a:blip r:embed="rId3">
            <a:extLst>
              <a:ext uri="{28A0092B-C50C-407E-A947-70E740481C1C}">
                <a14:useLocalDpi xmlns:a14="http://schemas.microsoft.com/office/drawing/2010/main" val="0"/>
              </a:ext>
            </a:extLst>
          </a:blip>
          <a:stretch>
            <a:fillRect/>
          </a:stretch>
        </p:blipFill>
        <p:spPr>
          <a:xfrm>
            <a:off x="3138482" y="-801370"/>
            <a:ext cx="6196018" cy="6897370"/>
          </a:xfrm>
          <a:prstGeom prst="rect">
            <a:avLst/>
          </a:prstGeom>
        </p:spPr>
      </p:pic>
      <p:cxnSp>
        <p:nvCxnSpPr>
          <p:cNvPr id="3" name="Straight Arrow Connector 2">
            <a:extLst>
              <a:ext uri="{FF2B5EF4-FFF2-40B4-BE49-F238E27FC236}">
                <a16:creationId xmlns:a16="http://schemas.microsoft.com/office/drawing/2014/main" id="{ABF28ED0-E70D-9A45-BD13-6D7723D67434}"/>
              </a:ext>
            </a:extLst>
          </p:cNvPr>
          <p:cNvCxnSpPr/>
          <p:nvPr/>
        </p:nvCxnSpPr>
        <p:spPr>
          <a:xfrm>
            <a:off x="2438400" y="4419600"/>
            <a:ext cx="681032" cy="0"/>
          </a:xfrm>
          <a:prstGeom prst="straightConnector1">
            <a:avLst/>
          </a:prstGeom>
          <a:ln w="63500">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97186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4AA8AB3E-006B-AE4D-8B45-7B335DEDB2E5}"/>
              </a:ext>
            </a:extLst>
          </p:cNvPr>
          <p:cNvSpPr txBox="1">
            <a:spLocks/>
          </p:cNvSpPr>
          <p:nvPr/>
        </p:nvSpPr>
        <p:spPr>
          <a:xfrm>
            <a:off x="833432" y="360357"/>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n-US" dirty="0" err="1"/>
              <a:t>Netbeans</a:t>
            </a:r>
            <a:r>
              <a:rPr lang="en-US" dirty="0"/>
              <a:t> </a:t>
            </a:r>
          </a:p>
          <a:p>
            <a:r>
              <a:rPr lang="en-US" dirty="0"/>
              <a:t>IDE</a:t>
            </a:r>
          </a:p>
        </p:txBody>
      </p:sp>
      <p:cxnSp>
        <p:nvCxnSpPr>
          <p:cNvPr id="3" name="Straight Arrow Connector 2">
            <a:extLst>
              <a:ext uri="{FF2B5EF4-FFF2-40B4-BE49-F238E27FC236}">
                <a16:creationId xmlns:a16="http://schemas.microsoft.com/office/drawing/2014/main" id="{ABF28ED0-E70D-9A45-BD13-6D7723D67434}"/>
              </a:ext>
            </a:extLst>
          </p:cNvPr>
          <p:cNvCxnSpPr/>
          <p:nvPr/>
        </p:nvCxnSpPr>
        <p:spPr>
          <a:xfrm>
            <a:off x="3009900" y="171450"/>
            <a:ext cx="681032" cy="0"/>
          </a:xfrm>
          <a:prstGeom prst="straightConnector1">
            <a:avLst/>
          </a:prstGeom>
          <a:ln w="63500">
            <a:tailEnd type="triangle" w="lg" len="lg"/>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97A55101-79E2-E343-AA3A-DB049A8DDD3A}"/>
              </a:ext>
            </a:extLst>
          </p:cNvPr>
          <p:cNvPicPr/>
          <p:nvPr/>
        </p:nvPicPr>
        <p:blipFill>
          <a:blip r:embed="rId3"/>
          <a:stretch>
            <a:fillRect/>
          </a:stretch>
        </p:blipFill>
        <p:spPr>
          <a:xfrm>
            <a:off x="3835394" y="-1080452"/>
            <a:ext cx="4511675" cy="7342505"/>
          </a:xfrm>
          <a:prstGeom prst="rect">
            <a:avLst/>
          </a:prstGeom>
        </p:spPr>
      </p:pic>
    </p:spTree>
    <p:extLst>
      <p:ext uri="{BB962C8B-B14F-4D97-AF65-F5344CB8AC3E}">
        <p14:creationId xmlns:p14="http://schemas.microsoft.com/office/powerpoint/2010/main" val="3216527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4AA8AB3E-006B-AE4D-8B45-7B335DEDB2E5}"/>
              </a:ext>
            </a:extLst>
          </p:cNvPr>
          <p:cNvSpPr txBox="1">
            <a:spLocks/>
          </p:cNvSpPr>
          <p:nvPr/>
        </p:nvSpPr>
        <p:spPr>
          <a:xfrm>
            <a:off x="833432" y="360357"/>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n-US" dirty="0"/>
              <a:t>Laptop Setup</a:t>
            </a:r>
          </a:p>
        </p:txBody>
      </p:sp>
      <p:sp>
        <p:nvSpPr>
          <p:cNvPr id="12" name="TextBox 11">
            <a:extLst>
              <a:ext uri="{FF2B5EF4-FFF2-40B4-BE49-F238E27FC236}">
                <a16:creationId xmlns:a16="http://schemas.microsoft.com/office/drawing/2014/main" id="{26510B25-365B-8549-8396-E133E653A931}"/>
              </a:ext>
            </a:extLst>
          </p:cNvPr>
          <p:cNvSpPr txBox="1"/>
          <p:nvPr/>
        </p:nvSpPr>
        <p:spPr>
          <a:xfrm>
            <a:off x="813896" y="1820508"/>
            <a:ext cx="5275611" cy="480131"/>
          </a:xfrm>
          <a:prstGeom prst="rect">
            <a:avLst/>
          </a:prstGeom>
          <a:noFill/>
        </p:spPr>
        <p:txBody>
          <a:bodyPr wrap="none" rtlCol="0">
            <a:spAutoFit/>
          </a:bodyPr>
          <a:lstStyle/>
          <a:p>
            <a:pPr marL="457200" indent="-457200">
              <a:lnSpc>
                <a:spcPct val="90000"/>
              </a:lnSpc>
              <a:spcBef>
                <a:spcPts val="1000"/>
              </a:spcBef>
              <a:buFont typeface="Arial" panose="020B0604020202020204" pitchFamily="34" charset="0"/>
              <a:buChar char="•"/>
            </a:pPr>
            <a:r>
              <a:rPr lang="en-US" sz="2800" b="1" dirty="0"/>
              <a:t>CLI (Command-line Interface):</a:t>
            </a:r>
          </a:p>
        </p:txBody>
      </p:sp>
      <p:sp>
        <p:nvSpPr>
          <p:cNvPr id="2" name="TextBox 1">
            <a:extLst>
              <a:ext uri="{FF2B5EF4-FFF2-40B4-BE49-F238E27FC236}">
                <a16:creationId xmlns:a16="http://schemas.microsoft.com/office/drawing/2014/main" id="{7A96C968-DB82-3448-828F-0F60034750CC}"/>
              </a:ext>
            </a:extLst>
          </p:cNvPr>
          <p:cNvSpPr txBox="1"/>
          <p:nvPr/>
        </p:nvSpPr>
        <p:spPr>
          <a:xfrm>
            <a:off x="7381376" y="1273860"/>
            <a:ext cx="779381" cy="492443"/>
          </a:xfrm>
          <a:prstGeom prst="rect">
            <a:avLst/>
          </a:prstGeom>
          <a:noFill/>
        </p:spPr>
        <p:txBody>
          <a:bodyPr wrap="none" rtlCol="0">
            <a:spAutoFit/>
          </a:bodyPr>
          <a:lstStyle/>
          <a:p>
            <a:r>
              <a:rPr lang="en-US" sz="2600" b="1" u="sng" dirty="0"/>
              <a:t>Mac</a:t>
            </a:r>
          </a:p>
        </p:txBody>
      </p:sp>
      <p:sp>
        <p:nvSpPr>
          <p:cNvPr id="7" name="TextBox 6">
            <a:extLst>
              <a:ext uri="{FF2B5EF4-FFF2-40B4-BE49-F238E27FC236}">
                <a16:creationId xmlns:a16="http://schemas.microsoft.com/office/drawing/2014/main" id="{6FAADD77-A2D0-9345-AF20-604E7B59B2A1}"/>
              </a:ext>
            </a:extLst>
          </p:cNvPr>
          <p:cNvSpPr txBox="1"/>
          <p:nvPr/>
        </p:nvSpPr>
        <p:spPr>
          <a:xfrm>
            <a:off x="9411390" y="1273860"/>
            <a:ext cx="1516762" cy="492443"/>
          </a:xfrm>
          <a:prstGeom prst="rect">
            <a:avLst/>
          </a:prstGeom>
          <a:noFill/>
        </p:spPr>
        <p:txBody>
          <a:bodyPr wrap="none" rtlCol="0">
            <a:spAutoFit/>
          </a:bodyPr>
          <a:lstStyle/>
          <a:p>
            <a:r>
              <a:rPr lang="en-US" sz="2600" b="1" u="sng" dirty="0"/>
              <a:t>Windows</a:t>
            </a:r>
          </a:p>
        </p:txBody>
      </p:sp>
      <p:sp>
        <p:nvSpPr>
          <p:cNvPr id="8" name="TextBox 7">
            <a:extLst>
              <a:ext uri="{FF2B5EF4-FFF2-40B4-BE49-F238E27FC236}">
                <a16:creationId xmlns:a16="http://schemas.microsoft.com/office/drawing/2014/main" id="{0420CCE3-63F2-E946-AD02-16173B3E2F80}"/>
              </a:ext>
            </a:extLst>
          </p:cNvPr>
          <p:cNvSpPr txBox="1"/>
          <p:nvPr/>
        </p:nvSpPr>
        <p:spPr>
          <a:xfrm>
            <a:off x="7381376" y="2220852"/>
            <a:ext cx="1781257" cy="492443"/>
          </a:xfrm>
          <a:prstGeom prst="rect">
            <a:avLst/>
          </a:prstGeom>
          <a:noFill/>
        </p:spPr>
        <p:txBody>
          <a:bodyPr wrap="none" rtlCol="0">
            <a:spAutoFit/>
          </a:bodyPr>
          <a:lstStyle/>
          <a:p>
            <a:r>
              <a:rPr lang="en-US" sz="2600" b="1" dirty="0"/>
              <a:t>Homebrew</a:t>
            </a:r>
          </a:p>
        </p:txBody>
      </p:sp>
      <p:sp>
        <p:nvSpPr>
          <p:cNvPr id="9" name="TextBox 8">
            <a:extLst>
              <a:ext uri="{FF2B5EF4-FFF2-40B4-BE49-F238E27FC236}">
                <a16:creationId xmlns:a16="http://schemas.microsoft.com/office/drawing/2014/main" id="{CD2B0980-F9F9-854F-9C3C-AA8BF65C9443}"/>
              </a:ext>
            </a:extLst>
          </p:cNvPr>
          <p:cNvSpPr txBox="1"/>
          <p:nvPr/>
        </p:nvSpPr>
        <p:spPr>
          <a:xfrm>
            <a:off x="9411390" y="2220852"/>
            <a:ext cx="1806905" cy="492443"/>
          </a:xfrm>
          <a:prstGeom prst="rect">
            <a:avLst/>
          </a:prstGeom>
          <a:noFill/>
        </p:spPr>
        <p:txBody>
          <a:bodyPr wrap="none" rtlCol="0">
            <a:spAutoFit/>
          </a:bodyPr>
          <a:lstStyle/>
          <a:p>
            <a:r>
              <a:rPr lang="en-US" sz="2600" b="1" dirty="0">
                <a:solidFill>
                  <a:schemeClr val="bg1">
                    <a:lumMod val="50000"/>
                  </a:schemeClr>
                </a:solidFill>
              </a:rPr>
              <a:t>Chocolatey</a:t>
            </a:r>
          </a:p>
        </p:txBody>
      </p:sp>
      <p:sp>
        <p:nvSpPr>
          <p:cNvPr id="10" name="TextBox 9">
            <a:extLst>
              <a:ext uri="{FF2B5EF4-FFF2-40B4-BE49-F238E27FC236}">
                <a16:creationId xmlns:a16="http://schemas.microsoft.com/office/drawing/2014/main" id="{E403C689-0580-D94C-B06B-F62FE7B66FEC}"/>
              </a:ext>
            </a:extLst>
          </p:cNvPr>
          <p:cNvSpPr txBox="1"/>
          <p:nvPr/>
        </p:nvSpPr>
        <p:spPr>
          <a:xfrm>
            <a:off x="813896" y="2220852"/>
            <a:ext cx="5809604" cy="480131"/>
          </a:xfrm>
          <a:prstGeom prst="rect">
            <a:avLst/>
          </a:prstGeom>
          <a:noFill/>
        </p:spPr>
        <p:txBody>
          <a:bodyPr wrap="none" rtlCol="0">
            <a:spAutoFit/>
          </a:bodyPr>
          <a:lstStyle/>
          <a:p>
            <a:pPr marL="457200" indent="-457200">
              <a:lnSpc>
                <a:spcPct val="90000"/>
              </a:lnSpc>
              <a:spcBef>
                <a:spcPts val="1000"/>
              </a:spcBef>
              <a:buFont typeface="Arial" panose="020B0604020202020204" pitchFamily="34" charset="0"/>
              <a:buChar char="•"/>
            </a:pPr>
            <a:r>
              <a:rPr lang="en-US" sz="2800" b="1" dirty="0"/>
              <a:t>Package install/upgrade/uninstall</a:t>
            </a:r>
          </a:p>
        </p:txBody>
      </p:sp>
      <p:sp>
        <p:nvSpPr>
          <p:cNvPr id="13" name="TextBox 12">
            <a:extLst>
              <a:ext uri="{FF2B5EF4-FFF2-40B4-BE49-F238E27FC236}">
                <a16:creationId xmlns:a16="http://schemas.microsoft.com/office/drawing/2014/main" id="{393F6F77-E0D7-1B46-98C6-3B2608817997}"/>
              </a:ext>
            </a:extLst>
          </p:cNvPr>
          <p:cNvSpPr txBox="1"/>
          <p:nvPr/>
        </p:nvSpPr>
        <p:spPr>
          <a:xfrm>
            <a:off x="813896" y="4755573"/>
            <a:ext cx="6220934" cy="480131"/>
          </a:xfrm>
          <a:prstGeom prst="rect">
            <a:avLst/>
          </a:prstGeom>
          <a:noFill/>
        </p:spPr>
        <p:txBody>
          <a:bodyPr wrap="none" rtlCol="0">
            <a:spAutoFit/>
          </a:bodyPr>
          <a:lstStyle/>
          <a:p>
            <a:pPr marL="457200" indent="-457200">
              <a:lnSpc>
                <a:spcPct val="90000"/>
              </a:lnSpc>
              <a:spcBef>
                <a:spcPts val="1000"/>
              </a:spcBef>
              <a:buFont typeface="Arial" panose="020B0604020202020204" pitchFamily="34" charset="0"/>
              <a:buChar char="•"/>
            </a:pPr>
            <a:r>
              <a:rPr lang="en-US" sz="2800" b="1" dirty="0"/>
              <a:t>Internet Browsers (built-in with OS):</a:t>
            </a:r>
          </a:p>
        </p:txBody>
      </p:sp>
      <p:sp>
        <p:nvSpPr>
          <p:cNvPr id="14" name="TextBox 13">
            <a:extLst>
              <a:ext uri="{FF2B5EF4-FFF2-40B4-BE49-F238E27FC236}">
                <a16:creationId xmlns:a16="http://schemas.microsoft.com/office/drawing/2014/main" id="{F684343A-3034-F94F-88F0-89BFAF8EFC71}"/>
              </a:ext>
            </a:extLst>
          </p:cNvPr>
          <p:cNvSpPr txBox="1"/>
          <p:nvPr/>
        </p:nvSpPr>
        <p:spPr>
          <a:xfrm>
            <a:off x="7381376" y="4755573"/>
            <a:ext cx="1029449" cy="492443"/>
          </a:xfrm>
          <a:prstGeom prst="rect">
            <a:avLst/>
          </a:prstGeom>
          <a:noFill/>
        </p:spPr>
        <p:txBody>
          <a:bodyPr wrap="none" rtlCol="0">
            <a:spAutoFit/>
          </a:bodyPr>
          <a:lstStyle/>
          <a:p>
            <a:r>
              <a:rPr lang="en-US" sz="2600" b="1" dirty="0"/>
              <a:t>Safari</a:t>
            </a:r>
          </a:p>
        </p:txBody>
      </p:sp>
      <p:sp>
        <p:nvSpPr>
          <p:cNvPr id="15" name="TextBox 14">
            <a:extLst>
              <a:ext uri="{FF2B5EF4-FFF2-40B4-BE49-F238E27FC236}">
                <a16:creationId xmlns:a16="http://schemas.microsoft.com/office/drawing/2014/main" id="{1041CDA5-D1E8-234B-A6D5-933D82A97FC8}"/>
              </a:ext>
            </a:extLst>
          </p:cNvPr>
          <p:cNvSpPr txBox="1"/>
          <p:nvPr/>
        </p:nvSpPr>
        <p:spPr>
          <a:xfrm>
            <a:off x="9411390" y="4755573"/>
            <a:ext cx="1369286" cy="492443"/>
          </a:xfrm>
          <a:prstGeom prst="rect">
            <a:avLst/>
          </a:prstGeom>
          <a:noFill/>
        </p:spPr>
        <p:txBody>
          <a:bodyPr wrap="none" rtlCol="0">
            <a:spAutoFit/>
          </a:bodyPr>
          <a:lstStyle/>
          <a:p>
            <a:r>
              <a:rPr lang="en-US" sz="2600" b="1" dirty="0"/>
              <a:t>IE, Edge</a:t>
            </a:r>
          </a:p>
        </p:txBody>
      </p:sp>
      <p:sp>
        <p:nvSpPr>
          <p:cNvPr id="16" name="TextBox 15">
            <a:extLst>
              <a:ext uri="{FF2B5EF4-FFF2-40B4-BE49-F238E27FC236}">
                <a16:creationId xmlns:a16="http://schemas.microsoft.com/office/drawing/2014/main" id="{FAAA75A4-25BF-D344-85AE-8AB4F28BD5B9}"/>
              </a:ext>
            </a:extLst>
          </p:cNvPr>
          <p:cNvSpPr txBox="1"/>
          <p:nvPr/>
        </p:nvSpPr>
        <p:spPr>
          <a:xfrm>
            <a:off x="7381376" y="2620691"/>
            <a:ext cx="986167" cy="492443"/>
          </a:xfrm>
          <a:prstGeom prst="rect">
            <a:avLst/>
          </a:prstGeom>
          <a:noFill/>
        </p:spPr>
        <p:txBody>
          <a:bodyPr wrap="none" rtlCol="0">
            <a:spAutoFit/>
          </a:bodyPr>
          <a:lstStyle/>
          <a:p>
            <a:r>
              <a:rPr lang="en-US" sz="2600" b="1" dirty="0">
                <a:latin typeface="Courier New" panose="02070309020205020404" pitchFamily="49" charset="0"/>
                <a:cs typeface="Courier New" panose="02070309020205020404" pitchFamily="49" charset="0"/>
              </a:rPr>
              <a:t>brew</a:t>
            </a:r>
          </a:p>
        </p:txBody>
      </p:sp>
      <p:sp>
        <p:nvSpPr>
          <p:cNvPr id="17" name="TextBox 16">
            <a:extLst>
              <a:ext uri="{FF2B5EF4-FFF2-40B4-BE49-F238E27FC236}">
                <a16:creationId xmlns:a16="http://schemas.microsoft.com/office/drawing/2014/main" id="{D6D9D08A-9D5B-5943-9344-1CEDB169C294}"/>
              </a:ext>
            </a:extLst>
          </p:cNvPr>
          <p:cNvSpPr txBox="1"/>
          <p:nvPr/>
        </p:nvSpPr>
        <p:spPr>
          <a:xfrm>
            <a:off x="9411390" y="2620691"/>
            <a:ext cx="1186543" cy="492443"/>
          </a:xfrm>
          <a:prstGeom prst="rect">
            <a:avLst/>
          </a:prstGeom>
          <a:noFill/>
        </p:spPr>
        <p:txBody>
          <a:bodyPr wrap="none" rtlCol="0">
            <a:spAutoFit/>
          </a:bodyPr>
          <a:lstStyle/>
          <a:p>
            <a:r>
              <a:rPr lang="en-US" sz="2600" b="1" dirty="0">
                <a:solidFill>
                  <a:schemeClr val="bg1">
                    <a:lumMod val="50000"/>
                  </a:schemeClr>
                </a:solidFill>
                <a:latin typeface="Courier New" panose="02070309020205020404" pitchFamily="49" charset="0"/>
                <a:cs typeface="Courier New" panose="02070309020205020404" pitchFamily="49" charset="0"/>
              </a:rPr>
              <a:t>choco</a:t>
            </a:r>
          </a:p>
        </p:txBody>
      </p:sp>
      <p:sp>
        <p:nvSpPr>
          <p:cNvPr id="18" name="TextBox 17">
            <a:extLst>
              <a:ext uri="{FF2B5EF4-FFF2-40B4-BE49-F238E27FC236}">
                <a16:creationId xmlns:a16="http://schemas.microsoft.com/office/drawing/2014/main" id="{45A9EA9A-F14A-3248-A8EE-4486D031D5D9}"/>
              </a:ext>
            </a:extLst>
          </p:cNvPr>
          <p:cNvSpPr txBox="1"/>
          <p:nvPr/>
        </p:nvSpPr>
        <p:spPr>
          <a:xfrm>
            <a:off x="1662473" y="2640450"/>
            <a:ext cx="1895071" cy="480131"/>
          </a:xfrm>
          <a:prstGeom prst="rect">
            <a:avLst/>
          </a:prstGeom>
          <a:noFill/>
        </p:spPr>
        <p:txBody>
          <a:bodyPr wrap="none" rtlCol="0">
            <a:spAutoFit/>
          </a:bodyPr>
          <a:lstStyle/>
          <a:p>
            <a:pPr>
              <a:lnSpc>
                <a:spcPct val="90000"/>
              </a:lnSpc>
              <a:spcBef>
                <a:spcPts val="1000"/>
              </a:spcBef>
            </a:pPr>
            <a:r>
              <a:rPr lang="en-US" sz="2800" b="1" dirty="0"/>
              <a:t>command:</a:t>
            </a:r>
          </a:p>
        </p:txBody>
      </p:sp>
      <p:sp>
        <p:nvSpPr>
          <p:cNvPr id="19" name="TextBox 18">
            <a:extLst>
              <a:ext uri="{FF2B5EF4-FFF2-40B4-BE49-F238E27FC236}">
                <a16:creationId xmlns:a16="http://schemas.microsoft.com/office/drawing/2014/main" id="{9DC6CBF6-AC57-674D-84C3-DF91FA05B55C}"/>
              </a:ext>
            </a:extLst>
          </p:cNvPr>
          <p:cNvSpPr txBox="1"/>
          <p:nvPr/>
        </p:nvSpPr>
        <p:spPr>
          <a:xfrm>
            <a:off x="7381376" y="1820508"/>
            <a:ext cx="1450718" cy="492443"/>
          </a:xfrm>
          <a:prstGeom prst="rect">
            <a:avLst/>
          </a:prstGeom>
          <a:noFill/>
        </p:spPr>
        <p:txBody>
          <a:bodyPr wrap="none" rtlCol="0">
            <a:spAutoFit/>
          </a:bodyPr>
          <a:lstStyle/>
          <a:p>
            <a:r>
              <a:rPr lang="en-US" sz="2600" b="1" dirty="0"/>
              <a:t>Terminal</a:t>
            </a:r>
          </a:p>
        </p:txBody>
      </p:sp>
      <p:sp>
        <p:nvSpPr>
          <p:cNvPr id="20" name="TextBox 19">
            <a:extLst>
              <a:ext uri="{FF2B5EF4-FFF2-40B4-BE49-F238E27FC236}">
                <a16:creationId xmlns:a16="http://schemas.microsoft.com/office/drawing/2014/main" id="{3DFD041C-9286-1441-A9EA-6D848070C2C2}"/>
              </a:ext>
            </a:extLst>
          </p:cNvPr>
          <p:cNvSpPr txBox="1"/>
          <p:nvPr/>
        </p:nvSpPr>
        <p:spPr>
          <a:xfrm>
            <a:off x="7355728" y="5135164"/>
            <a:ext cx="4228978" cy="492443"/>
          </a:xfrm>
          <a:prstGeom prst="rect">
            <a:avLst/>
          </a:prstGeom>
          <a:noFill/>
        </p:spPr>
        <p:txBody>
          <a:bodyPr wrap="none" rtlCol="0">
            <a:spAutoFit/>
          </a:bodyPr>
          <a:lstStyle/>
          <a:p>
            <a:r>
              <a:rPr lang="en-US" sz="2600" b="1" dirty="0"/>
              <a:t>Chrome, Firefox, Brave, etc.</a:t>
            </a:r>
          </a:p>
        </p:txBody>
      </p:sp>
      <p:sp>
        <p:nvSpPr>
          <p:cNvPr id="21" name="TextBox 20">
            <a:extLst>
              <a:ext uri="{FF2B5EF4-FFF2-40B4-BE49-F238E27FC236}">
                <a16:creationId xmlns:a16="http://schemas.microsoft.com/office/drawing/2014/main" id="{FD71FDEF-349C-4345-85D9-70335F97856A}"/>
              </a:ext>
            </a:extLst>
          </p:cNvPr>
          <p:cNvSpPr txBox="1"/>
          <p:nvPr/>
        </p:nvSpPr>
        <p:spPr>
          <a:xfrm>
            <a:off x="9411390" y="1820508"/>
            <a:ext cx="1394934" cy="492443"/>
          </a:xfrm>
          <a:prstGeom prst="rect">
            <a:avLst/>
          </a:prstGeom>
          <a:noFill/>
        </p:spPr>
        <p:txBody>
          <a:bodyPr wrap="none" rtlCol="0">
            <a:spAutoFit/>
          </a:bodyPr>
          <a:lstStyle/>
          <a:p>
            <a:r>
              <a:rPr lang="en-US" sz="2600" b="1" dirty="0"/>
              <a:t>Git Bash</a:t>
            </a:r>
          </a:p>
        </p:txBody>
      </p:sp>
      <p:sp>
        <p:nvSpPr>
          <p:cNvPr id="22" name="TextBox 21">
            <a:extLst>
              <a:ext uri="{FF2B5EF4-FFF2-40B4-BE49-F238E27FC236}">
                <a16:creationId xmlns:a16="http://schemas.microsoft.com/office/drawing/2014/main" id="{EF781B6E-B2C8-8F4C-8CB0-467E9B16828F}"/>
              </a:ext>
            </a:extLst>
          </p:cNvPr>
          <p:cNvSpPr txBox="1"/>
          <p:nvPr/>
        </p:nvSpPr>
        <p:spPr>
          <a:xfrm>
            <a:off x="1636825" y="4319824"/>
            <a:ext cx="9983823" cy="480131"/>
          </a:xfrm>
          <a:prstGeom prst="rect">
            <a:avLst/>
          </a:prstGeom>
          <a:noFill/>
        </p:spPr>
        <p:txBody>
          <a:bodyPr wrap="none" rtlCol="0">
            <a:spAutoFit/>
          </a:bodyPr>
          <a:lstStyle/>
          <a:p>
            <a:pPr>
              <a:lnSpc>
                <a:spcPct val="90000"/>
              </a:lnSpc>
              <a:spcBef>
                <a:spcPts val="1000"/>
              </a:spcBef>
            </a:pPr>
            <a:r>
              <a:rPr lang="en-US" sz="2800" b="1" dirty="0"/>
              <a:t>Install multi-platform text editors: </a:t>
            </a:r>
            <a:r>
              <a:rPr lang="en-US" sz="2800" b="1" dirty="0" err="1"/>
              <a:t>SublimeText</a:t>
            </a:r>
            <a:r>
              <a:rPr lang="en-US" sz="2800" b="1" dirty="0"/>
              <a:t>, </a:t>
            </a:r>
            <a:r>
              <a:rPr lang="en-US" sz="2800" b="1" dirty="0" err="1"/>
              <a:t>VSCode</a:t>
            </a:r>
            <a:r>
              <a:rPr lang="en-US" sz="2800" b="1" dirty="0"/>
              <a:t>, etc.</a:t>
            </a:r>
          </a:p>
        </p:txBody>
      </p:sp>
      <p:sp>
        <p:nvSpPr>
          <p:cNvPr id="23" name="TextBox 22">
            <a:extLst>
              <a:ext uri="{FF2B5EF4-FFF2-40B4-BE49-F238E27FC236}">
                <a16:creationId xmlns:a16="http://schemas.microsoft.com/office/drawing/2014/main" id="{6CD953A0-B46F-B64D-9AC1-456151053A94}"/>
              </a:ext>
            </a:extLst>
          </p:cNvPr>
          <p:cNvSpPr txBox="1"/>
          <p:nvPr/>
        </p:nvSpPr>
        <p:spPr>
          <a:xfrm>
            <a:off x="813896" y="3027670"/>
            <a:ext cx="3936078" cy="480131"/>
          </a:xfrm>
          <a:prstGeom prst="rect">
            <a:avLst/>
          </a:prstGeom>
          <a:noFill/>
        </p:spPr>
        <p:txBody>
          <a:bodyPr wrap="none" rtlCol="0">
            <a:spAutoFit/>
          </a:bodyPr>
          <a:lstStyle/>
          <a:p>
            <a:pPr marL="457200" indent="-457200">
              <a:lnSpc>
                <a:spcPct val="90000"/>
              </a:lnSpc>
              <a:spcBef>
                <a:spcPts val="1000"/>
              </a:spcBef>
              <a:buFont typeface="Arial" panose="020B0604020202020204" pitchFamily="34" charset="0"/>
              <a:buChar char="•"/>
            </a:pPr>
            <a:r>
              <a:rPr lang="en-US" sz="2800" b="1" dirty="0"/>
              <a:t>Git CLI client installer</a:t>
            </a:r>
          </a:p>
        </p:txBody>
      </p:sp>
      <p:sp>
        <p:nvSpPr>
          <p:cNvPr id="24" name="TextBox 23">
            <a:extLst>
              <a:ext uri="{FF2B5EF4-FFF2-40B4-BE49-F238E27FC236}">
                <a16:creationId xmlns:a16="http://schemas.microsoft.com/office/drawing/2014/main" id="{84E3BFAD-20E9-534B-ABCE-F68E89C47170}"/>
              </a:ext>
            </a:extLst>
          </p:cNvPr>
          <p:cNvSpPr txBox="1"/>
          <p:nvPr/>
        </p:nvSpPr>
        <p:spPr>
          <a:xfrm>
            <a:off x="1636825" y="5135164"/>
            <a:ext cx="1234633" cy="480131"/>
          </a:xfrm>
          <a:prstGeom prst="rect">
            <a:avLst/>
          </a:prstGeom>
          <a:noFill/>
        </p:spPr>
        <p:txBody>
          <a:bodyPr wrap="none" rtlCol="0">
            <a:spAutoFit/>
          </a:bodyPr>
          <a:lstStyle/>
          <a:p>
            <a:pPr>
              <a:lnSpc>
                <a:spcPct val="90000"/>
              </a:lnSpc>
              <a:spcBef>
                <a:spcPts val="1000"/>
              </a:spcBef>
            </a:pPr>
            <a:r>
              <a:rPr lang="en-US" sz="2800" b="1" dirty="0"/>
              <a:t>Install:</a:t>
            </a:r>
          </a:p>
        </p:txBody>
      </p:sp>
      <p:sp>
        <p:nvSpPr>
          <p:cNvPr id="25" name="TextBox 24">
            <a:extLst>
              <a:ext uri="{FF2B5EF4-FFF2-40B4-BE49-F238E27FC236}">
                <a16:creationId xmlns:a16="http://schemas.microsoft.com/office/drawing/2014/main" id="{8923ED50-DB6C-9E46-ACA4-3C1637DFEC4E}"/>
              </a:ext>
            </a:extLst>
          </p:cNvPr>
          <p:cNvSpPr txBox="1"/>
          <p:nvPr/>
        </p:nvSpPr>
        <p:spPr>
          <a:xfrm>
            <a:off x="813896" y="3875014"/>
            <a:ext cx="3849259" cy="480131"/>
          </a:xfrm>
          <a:prstGeom prst="rect">
            <a:avLst/>
          </a:prstGeom>
          <a:noFill/>
        </p:spPr>
        <p:txBody>
          <a:bodyPr wrap="none" rtlCol="0">
            <a:spAutoFit/>
          </a:bodyPr>
          <a:lstStyle/>
          <a:p>
            <a:pPr marL="457200" indent="-457200">
              <a:lnSpc>
                <a:spcPct val="90000"/>
              </a:lnSpc>
              <a:spcBef>
                <a:spcPts val="1000"/>
              </a:spcBef>
              <a:buFont typeface="Arial" panose="020B0604020202020204" pitchFamily="34" charset="0"/>
              <a:buChar char="•"/>
            </a:pPr>
            <a:r>
              <a:rPr lang="en-US" sz="2800" b="1" dirty="0"/>
              <a:t>Text editor (built-in):</a:t>
            </a:r>
          </a:p>
        </p:txBody>
      </p:sp>
      <p:sp>
        <p:nvSpPr>
          <p:cNvPr id="26" name="TextBox 25">
            <a:extLst>
              <a:ext uri="{FF2B5EF4-FFF2-40B4-BE49-F238E27FC236}">
                <a16:creationId xmlns:a16="http://schemas.microsoft.com/office/drawing/2014/main" id="{7A48506D-6363-274C-8CEF-B5C91824F3E2}"/>
              </a:ext>
            </a:extLst>
          </p:cNvPr>
          <p:cNvSpPr txBox="1"/>
          <p:nvPr/>
        </p:nvSpPr>
        <p:spPr>
          <a:xfrm>
            <a:off x="7381376" y="3027670"/>
            <a:ext cx="785793" cy="492443"/>
          </a:xfrm>
          <a:prstGeom prst="rect">
            <a:avLst/>
          </a:prstGeom>
          <a:noFill/>
        </p:spPr>
        <p:txBody>
          <a:bodyPr wrap="none" rtlCol="0">
            <a:spAutoFit/>
          </a:bodyPr>
          <a:lstStyle/>
          <a:p>
            <a:r>
              <a:rPr lang="en-US" sz="2600" b="1" dirty="0">
                <a:latin typeface="Courier New" panose="02070309020205020404" pitchFamily="49" charset="0"/>
                <a:cs typeface="Courier New" panose="02070309020205020404" pitchFamily="49" charset="0"/>
              </a:rPr>
              <a:t>git</a:t>
            </a:r>
          </a:p>
        </p:txBody>
      </p:sp>
      <p:sp>
        <p:nvSpPr>
          <p:cNvPr id="27" name="TextBox 26">
            <a:extLst>
              <a:ext uri="{FF2B5EF4-FFF2-40B4-BE49-F238E27FC236}">
                <a16:creationId xmlns:a16="http://schemas.microsoft.com/office/drawing/2014/main" id="{39492079-3744-1240-B37A-4CD9878551EC}"/>
              </a:ext>
            </a:extLst>
          </p:cNvPr>
          <p:cNvSpPr txBox="1"/>
          <p:nvPr/>
        </p:nvSpPr>
        <p:spPr>
          <a:xfrm>
            <a:off x="9411390" y="3027670"/>
            <a:ext cx="1587294" cy="492443"/>
          </a:xfrm>
          <a:prstGeom prst="rect">
            <a:avLst/>
          </a:prstGeom>
          <a:noFill/>
        </p:spPr>
        <p:txBody>
          <a:bodyPr wrap="none" rtlCol="0">
            <a:spAutoFit/>
          </a:bodyPr>
          <a:lstStyle/>
          <a:p>
            <a:r>
              <a:rPr lang="en-US" sz="2600" b="1" dirty="0">
                <a:latin typeface="Courier New" panose="02070309020205020404" pitchFamily="49" charset="0"/>
                <a:cs typeface="Courier New" panose="02070309020205020404" pitchFamily="49" charset="0"/>
              </a:rPr>
              <a:t>msysgit</a:t>
            </a:r>
          </a:p>
        </p:txBody>
      </p:sp>
      <p:sp>
        <p:nvSpPr>
          <p:cNvPr id="28" name="TextBox 27">
            <a:extLst>
              <a:ext uri="{FF2B5EF4-FFF2-40B4-BE49-F238E27FC236}">
                <a16:creationId xmlns:a16="http://schemas.microsoft.com/office/drawing/2014/main" id="{CD544282-8D45-7449-A785-A5E2ED528207}"/>
              </a:ext>
            </a:extLst>
          </p:cNvPr>
          <p:cNvSpPr txBox="1"/>
          <p:nvPr/>
        </p:nvSpPr>
        <p:spPr>
          <a:xfrm>
            <a:off x="7355728" y="3837761"/>
            <a:ext cx="1410643" cy="492443"/>
          </a:xfrm>
          <a:prstGeom prst="rect">
            <a:avLst/>
          </a:prstGeom>
          <a:noFill/>
        </p:spPr>
        <p:txBody>
          <a:bodyPr wrap="none" rtlCol="0">
            <a:spAutoFit/>
          </a:bodyPr>
          <a:lstStyle/>
          <a:p>
            <a:r>
              <a:rPr lang="en-US" sz="2600" b="1" dirty="0"/>
              <a:t>TextEdit</a:t>
            </a:r>
          </a:p>
        </p:txBody>
      </p:sp>
      <p:sp>
        <p:nvSpPr>
          <p:cNvPr id="29" name="TextBox 28">
            <a:extLst>
              <a:ext uri="{FF2B5EF4-FFF2-40B4-BE49-F238E27FC236}">
                <a16:creationId xmlns:a16="http://schemas.microsoft.com/office/drawing/2014/main" id="{FC475806-402C-534C-A1F8-AA05C630CA80}"/>
              </a:ext>
            </a:extLst>
          </p:cNvPr>
          <p:cNvSpPr txBox="1"/>
          <p:nvPr/>
        </p:nvSpPr>
        <p:spPr>
          <a:xfrm>
            <a:off x="9385742" y="3837761"/>
            <a:ext cx="1449436" cy="492443"/>
          </a:xfrm>
          <a:prstGeom prst="rect">
            <a:avLst/>
          </a:prstGeom>
          <a:noFill/>
        </p:spPr>
        <p:txBody>
          <a:bodyPr wrap="none" rtlCol="0">
            <a:spAutoFit/>
          </a:bodyPr>
          <a:lstStyle/>
          <a:p>
            <a:r>
              <a:rPr lang="en-US" sz="2600" b="1" dirty="0"/>
              <a:t>Notepad</a:t>
            </a:r>
          </a:p>
        </p:txBody>
      </p:sp>
      <p:sp>
        <p:nvSpPr>
          <p:cNvPr id="31" name="TextBox 30">
            <a:extLst>
              <a:ext uri="{FF2B5EF4-FFF2-40B4-BE49-F238E27FC236}">
                <a16:creationId xmlns:a16="http://schemas.microsoft.com/office/drawing/2014/main" id="{A7EA3C84-CBD3-4B4A-9DAF-83E2D366AE49}"/>
              </a:ext>
            </a:extLst>
          </p:cNvPr>
          <p:cNvSpPr txBox="1"/>
          <p:nvPr/>
        </p:nvSpPr>
        <p:spPr>
          <a:xfrm>
            <a:off x="9050394" y="1770000"/>
            <a:ext cx="360996" cy="492443"/>
          </a:xfrm>
          <a:prstGeom prst="rect">
            <a:avLst/>
          </a:prstGeom>
          <a:noFill/>
        </p:spPr>
        <p:txBody>
          <a:bodyPr wrap="none" rtlCol="0">
            <a:spAutoFit/>
          </a:bodyPr>
          <a:lstStyle/>
          <a:p>
            <a:r>
              <a:rPr lang="en-US" sz="2600" b="1" dirty="0"/>
              <a:t>=</a:t>
            </a:r>
          </a:p>
        </p:txBody>
      </p:sp>
      <p:sp>
        <p:nvSpPr>
          <p:cNvPr id="32" name="Freeform 31">
            <a:extLst>
              <a:ext uri="{FF2B5EF4-FFF2-40B4-BE49-F238E27FC236}">
                <a16:creationId xmlns:a16="http://schemas.microsoft.com/office/drawing/2014/main" id="{26F52277-B14E-6F47-A0F2-9A145CF26CA6}"/>
              </a:ext>
            </a:extLst>
          </p:cNvPr>
          <p:cNvSpPr/>
          <p:nvPr/>
        </p:nvSpPr>
        <p:spPr>
          <a:xfrm>
            <a:off x="10917936" y="2066544"/>
            <a:ext cx="640671" cy="1154125"/>
          </a:xfrm>
          <a:custGeom>
            <a:avLst/>
            <a:gdLst>
              <a:gd name="connsiteX0" fmla="*/ 91440 w 640671"/>
              <a:gd name="connsiteY0" fmla="*/ 1353312 h 1353312"/>
              <a:gd name="connsiteX1" fmla="*/ 640080 w 640671"/>
              <a:gd name="connsiteY1" fmla="*/ 512064 h 1353312"/>
              <a:gd name="connsiteX2" fmla="*/ 0 w 640671"/>
              <a:gd name="connsiteY2" fmla="*/ 0 h 1353312"/>
            </a:gdLst>
            <a:ahLst/>
            <a:cxnLst>
              <a:cxn ang="0">
                <a:pos x="connsiteX0" y="connsiteY0"/>
              </a:cxn>
              <a:cxn ang="0">
                <a:pos x="connsiteX1" y="connsiteY1"/>
              </a:cxn>
              <a:cxn ang="0">
                <a:pos x="connsiteX2" y="connsiteY2"/>
              </a:cxn>
            </a:cxnLst>
            <a:rect l="l" t="t" r="r" b="b"/>
            <a:pathLst>
              <a:path w="640671" h="1353312">
                <a:moveTo>
                  <a:pt x="91440" y="1353312"/>
                </a:moveTo>
                <a:cubicBezTo>
                  <a:pt x="373380" y="1045464"/>
                  <a:pt x="655320" y="737616"/>
                  <a:pt x="640080" y="512064"/>
                </a:cubicBezTo>
                <a:cubicBezTo>
                  <a:pt x="624840" y="286512"/>
                  <a:pt x="312420" y="143256"/>
                  <a:pt x="0" y="0"/>
                </a:cubicBezTo>
              </a:path>
            </a:pathLst>
          </a:custGeom>
          <a:noFill/>
          <a:ln w="38100">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C6E5F845-D632-8946-9E4B-F9F54BBCE059}"/>
              </a:ext>
            </a:extLst>
          </p:cNvPr>
          <p:cNvSpPr txBox="1"/>
          <p:nvPr/>
        </p:nvSpPr>
        <p:spPr>
          <a:xfrm>
            <a:off x="813896" y="3452945"/>
            <a:ext cx="5534977" cy="480131"/>
          </a:xfrm>
          <a:prstGeom prst="rect">
            <a:avLst/>
          </a:prstGeom>
          <a:noFill/>
        </p:spPr>
        <p:txBody>
          <a:bodyPr wrap="none" rtlCol="0">
            <a:spAutoFit/>
          </a:bodyPr>
          <a:lstStyle/>
          <a:p>
            <a:pPr marL="457200" indent="-457200">
              <a:lnSpc>
                <a:spcPct val="90000"/>
              </a:lnSpc>
              <a:spcBef>
                <a:spcPts val="1000"/>
              </a:spcBef>
              <a:buFont typeface="Arial" panose="020B0604020202020204" pitchFamily="34" charset="0"/>
              <a:buChar char="•"/>
            </a:pPr>
            <a:r>
              <a:rPr lang="en-US" sz="2800" b="1" dirty="0"/>
              <a:t>Git GUI clients (multi-platform):</a:t>
            </a:r>
          </a:p>
        </p:txBody>
      </p:sp>
      <p:sp>
        <p:nvSpPr>
          <p:cNvPr id="34" name="TextBox 33">
            <a:extLst>
              <a:ext uri="{FF2B5EF4-FFF2-40B4-BE49-F238E27FC236}">
                <a16:creationId xmlns:a16="http://schemas.microsoft.com/office/drawing/2014/main" id="{A7E81C8F-C213-7141-B50B-84FC199F5D9A}"/>
              </a:ext>
            </a:extLst>
          </p:cNvPr>
          <p:cNvSpPr txBox="1"/>
          <p:nvPr/>
        </p:nvSpPr>
        <p:spPr>
          <a:xfrm>
            <a:off x="7381376" y="3437417"/>
            <a:ext cx="4828245" cy="492443"/>
          </a:xfrm>
          <a:prstGeom prst="rect">
            <a:avLst/>
          </a:prstGeom>
          <a:noFill/>
        </p:spPr>
        <p:txBody>
          <a:bodyPr wrap="none" rtlCol="0">
            <a:spAutoFit/>
          </a:bodyPr>
          <a:lstStyle/>
          <a:p>
            <a:r>
              <a:rPr lang="en-US" sz="2600" b="1" dirty="0">
                <a:cs typeface="Courier New" panose="02070309020205020404" pitchFamily="49" charset="0"/>
              </a:rPr>
              <a:t>GitHub Desktop, GitKraken, etc.</a:t>
            </a:r>
          </a:p>
        </p:txBody>
      </p:sp>
      <p:sp>
        <p:nvSpPr>
          <p:cNvPr id="36" name="Rectangle 35">
            <a:extLst>
              <a:ext uri="{FF2B5EF4-FFF2-40B4-BE49-F238E27FC236}">
                <a16:creationId xmlns:a16="http://schemas.microsoft.com/office/drawing/2014/main" id="{C37DFAFD-87EA-7E43-9627-E1434E68C121}"/>
              </a:ext>
            </a:extLst>
          </p:cNvPr>
          <p:cNvSpPr/>
          <p:nvPr/>
        </p:nvSpPr>
        <p:spPr>
          <a:xfrm>
            <a:off x="7401528" y="1801402"/>
            <a:ext cx="3433650" cy="44696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960988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xEl>
                                              <p:pRg st="0" end="0"/>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8"/>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6"/>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6"/>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33"/>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4"/>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8"/>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9"/>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3">
                                            <p:txEl>
                                              <p:pRg st="0" end="0"/>
                                            </p:txEl>
                                          </p:spTgt>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4"/>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5"/>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2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24">
                                            <p:txEl>
                                              <p:pRg st="0" end="0"/>
                                            </p:txEl>
                                          </p:spTgt>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20"/>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P spid="8" grpId="0"/>
      <p:bldP spid="9" grpId="0"/>
      <p:bldP spid="10" grpId="0"/>
      <p:bldP spid="13" grpId="0" build="p"/>
      <p:bldP spid="14" grpId="0"/>
      <p:bldP spid="15" grpId="0"/>
      <p:bldP spid="16" grpId="0"/>
      <p:bldP spid="17" grpId="0"/>
      <p:bldP spid="18" grpId="0" build="p"/>
      <p:bldP spid="19" grpId="0"/>
      <p:bldP spid="20" grpId="0"/>
      <p:bldP spid="21" grpId="0"/>
      <p:bldP spid="22" grpId="0"/>
      <p:bldP spid="23" grpId="0"/>
      <p:bldP spid="24" grpId="0" build="p"/>
      <p:bldP spid="25" grpId="0"/>
      <p:bldP spid="26" grpId="0"/>
      <p:bldP spid="27" grpId="0"/>
      <p:bldP spid="28" grpId="0"/>
      <p:bldP spid="29" grpId="0"/>
      <p:bldP spid="31" grpId="0"/>
      <p:bldP spid="32" grpId="0" animBg="1"/>
      <p:bldP spid="33" grpId="0"/>
      <p:bldP spid="34" grpId="0"/>
      <p:bldP spid="36" grpId="0" animBg="1"/>
    </p:bldLst>
  </p:timing>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4AA8AB3E-006B-AE4D-8B45-7B335DEDB2E5}"/>
              </a:ext>
            </a:extLst>
          </p:cNvPr>
          <p:cNvSpPr txBox="1">
            <a:spLocks/>
          </p:cNvSpPr>
          <p:nvPr/>
        </p:nvSpPr>
        <p:spPr>
          <a:xfrm>
            <a:off x="833432" y="360357"/>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n-US" dirty="0"/>
              <a:t>Bash script</a:t>
            </a:r>
          </a:p>
        </p:txBody>
      </p:sp>
      <p:sp>
        <p:nvSpPr>
          <p:cNvPr id="12" name="TextBox 11">
            <a:extLst>
              <a:ext uri="{FF2B5EF4-FFF2-40B4-BE49-F238E27FC236}">
                <a16:creationId xmlns:a16="http://schemas.microsoft.com/office/drawing/2014/main" id="{26510B25-365B-8549-8396-E133E653A931}"/>
              </a:ext>
            </a:extLst>
          </p:cNvPr>
          <p:cNvSpPr txBox="1"/>
          <p:nvPr/>
        </p:nvSpPr>
        <p:spPr>
          <a:xfrm>
            <a:off x="832184" y="1820508"/>
            <a:ext cx="7435241" cy="2498120"/>
          </a:xfrm>
          <a:prstGeom prst="rect">
            <a:avLst/>
          </a:prstGeom>
          <a:noFill/>
        </p:spPr>
        <p:txBody>
          <a:bodyPr wrap="none" rtlCol="0">
            <a:spAutoFit/>
          </a:bodyPr>
          <a:lstStyle/>
          <a:p>
            <a:pPr marL="228600" indent="-228600">
              <a:lnSpc>
                <a:spcPct val="90000"/>
              </a:lnSpc>
              <a:spcBef>
                <a:spcPts val="1000"/>
              </a:spcBef>
              <a:buFont typeface="Arial" panose="020B0604020202020204" pitchFamily="34" charset="0"/>
              <a:buChar char="•"/>
            </a:pPr>
            <a:r>
              <a:rPr lang="en-US" sz="2800" dirty="0"/>
              <a:t>Types commands for you</a:t>
            </a:r>
          </a:p>
          <a:p>
            <a:pPr marL="228600" indent="-228600">
              <a:lnSpc>
                <a:spcPct val="90000"/>
              </a:lnSpc>
              <a:spcBef>
                <a:spcPts val="1000"/>
              </a:spcBef>
              <a:buFont typeface="Arial" panose="020B0604020202020204" pitchFamily="34" charset="0"/>
              <a:buChar char="•"/>
            </a:pPr>
            <a:r>
              <a:rPr lang="en-US" sz="2800" dirty="0"/>
              <a:t>Bash = "born again shell" terminal</a:t>
            </a:r>
          </a:p>
          <a:p>
            <a:pPr marL="228600" indent="-228600">
              <a:lnSpc>
                <a:spcPct val="90000"/>
              </a:lnSpc>
              <a:spcBef>
                <a:spcPts val="1000"/>
              </a:spcBef>
              <a:buFont typeface="Arial" panose="020B0604020202020204" pitchFamily="34" charset="0"/>
              <a:buChar char="•"/>
            </a:pPr>
            <a:r>
              <a:rPr lang="en-US" sz="2800" dirty="0"/>
              <a:t>Comes with Mac &amp; Linux</a:t>
            </a:r>
          </a:p>
          <a:p>
            <a:pPr marL="228600" indent="-228600">
              <a:lnSpc>
                <a:spcPct val="90000"/>
              </a:lnSpc>
              <a:spcBef>
                <a:spcPts val="1000"/>
              </a:spcBef>
              <a:buFont typeface="Arial" panose="020B0604020202020204" pitchFamily="34" charset="0"/>
              <a:buChar char="•"/>
            </a:pPr>
            <a:r>
              <a:rPr lang="en-US" sz="2800" dirty="0"/>
              <a:t>On Windows, </a:t>
            </a:r>
            <a:r>
              <a:rPr lang="en-US" sz="2800" b="1" dirty="0"/>
              <a:t>git bash</a:t>
            </a:r>
            <a:r>
              <a:rPr lang="en-US" sz="2800" dirty="0"/>
              <a:t> is installed by Chocolatey</a:t>
            </a:r>
          </a:p>
          <a:p>
            <a:pPr lvl="1">
              <a:lnSpc>
                <a:spcPct val="90000"/>
              </a:lnSpc>
              <a:spcBef>
                <a:spcPts val="1000"/>
              </a:spcBef>
            </a:pPr>
            <a:r>
              <a:rPr lang="en-US" sz="2400" dirty="0" err="1">
                <a:latin typeface="Courier New" panose="02070309020205020404" pitchFamily="49" charset="0"/>
                <a:cs typeface="Courier New" panose="02070309020205020404" pitchFamily="49" charset="0"/>
              </a:rPr>
              <a:t>choco</a:t>
            </a:r>
            <a:r>
              <a:rPr lang="en-US" sz="2400" dirty="0">
                <a:latin typeface="Courier New" panose="02070309020205020404" pitchFamily="49" charset="0"/>
                <a:cs typeface="Courier New" panose="02070309020205020404" pitchFamily="49" charset="0"/>
              </a:rPr>
              <a:t> install </a:t>
            </a:r>
            <a:r>
              <a:rPr lang="en-US" sz="2400" dirty="0" err="1">
                <a:latin typeface="Courier New" panose="02070309020205020404" pitchFamily="49" charset="0"/>
                <a:cs typeface="Courier New" panose="02070309020205020404" pitchFamily="49" charset="0"/>
              </a:rPr>
              <a:t>msysgit</a:t>
            </a:r>
            <a:endParaRPr lang="en-US" sz="24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9949652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4AA8AB3E-006B-AE4D-8B45-7B335DEDB2E5}"/>
              </a:ext>
            </a:extLst>
          </p:cNvPr>
          <p:cNvSpPr txBox="1">
            <a:spLocks/>
          </p:cNvSpPr>
          <p:nvPr/>
        </p:nvSpPr>
        <p:spPr>
          <a:xfrm>
            <a:off x="833432" y="360357"/>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n-US" dirty="0"/>
              <a:t>GitHub Two-Factor Authentication</a:t>
            </a:r>
          </a:p>
        </p:txBody>
      </p:sp>
      <p:pic>
        <p:nvPicPr>
          <p:cNvPr id="3" name="Picture 2">
            <a:extLst>
              <a:ext uri="{FF2B5EF4-FFF2-40B4-BE49-F238E27FC236}">
                <a16:creationId xmlns:a16="http://schemas.microsoft.com/office/drawing/2014/main" id="{4424FD24-1223-BD43-8A4A-3D2E011FC5EF}"/>
              </a:ext>
            </a:extLst>
          </p:cNvPr>
          <p:cNvPicPr>
            <a:picLocks noChangeAspect="1"/>
          </p:cNvPicPr>
          <p:nvPr/>
        </p:nvPicPr>
        <p:blipFill>
          <a:blip r:embed="rId3"/>
          <a:stretch>
            <a:fillRect/>
          </a:stretch>
        </p:blipFill>
        <p:spPr>
          <a:xfrm>
            <a:off x="-4768" y="1864336"/>
            <a:ext cx="12192000" cy="4451242"/>
          </a:xfrm>
          <a:prstGeom prst="rect">
            <a:avLst/>
          </a:prstGeom>
        </p:spPr>
      </p:pic>
      <p:sp>
        <p:nvSpPr>
          <p:cNvPr id="4" name="Rectangle 3">
            <a:extLst>
              <a:ext uri="{FF2B5EF4-FFF2-40B4-BE49-F238E27FC236}">
                <a16:creationId xmlns:a16="http://schemas.microsoft.com/office/drawing/2014/main" id="{4A1DC205-1796-3843-B430-5E64119C8CF0}"/>
              </a:ext>
            </a:extLst>
          </p:cNvPr>
          <p:cNvSpPr/>
          <p:nvPr/>
        </p:nvSpPr>
        <p:spPr>
          <a:xfrm>
            <a:off x="855734" y="1316588"/>
            <a:ext cx="4756430" cy="461665"/>
          </a:xfrm>
          <a:prstGeom prst="rect">
            <a:avLst/>
          </a:prstGeom>
        </p:spPr>
        <p:txBody>
          <a:bodyPr wrap="none">
            <a:spAutoFit/>
          </a:bodyPr>
          <a:lstStyle/>
          <a:p>
            <a:r>
              <a:rPr lang="en-US" sz="2400" dirty="0"/>
              <a:t>https://</a:t>
            </a:r>
            <a:r>
              <a:rPr lang="en-US" sz="2400" dirty="0" err="1"/>
              <a:t>github.com</a:t>
            </a:r>
            <a:r>
              <a:rPr lang="en-US" sz="2400" dirty="0"/>
              <a:t>/settings/security</a:t>
            </a:r>
          </a:p>
        </p:txBody>
      </p:sp>
    </p:spTree>
    <p:extLst>
      <p:ext uri="{BB962C8B-B14F-4D97-AF65-F5344CB8AC3E}">
        <p14:creationId xmlns:p14="http://schemas.microsoft.com/office/powerpoint/2010/main" val="14088126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Part 2</a:t>
            </a:r>
          </a:p>
        </p:txBody>
      </p:sp>
      <p:sp>
        <p:nvSpPr>
          <p:cNvPr id="3" name="Subtitle 2"/>
          <p:cNvSpPr>
            <a:spLocks noGrp="1"/>
          </p:cNvSpPr>
          <p:nvPr>
            <p:ph type="subTitle" idx="1"/>
          </p:nvPr>
        </p:nvSpPr>
        <p:spPr/>
        <p:txBody>
          <a:bodyPr/>
          <a:lstStyle/>
          <a:p>
            <a:r>
              <a:rPr lang="en-US" dirty="0"/>
              <a:t>GitHub - command script</a:t>
            </a:r>
          </a:p>
        </p:txBody>
      </p:sp>
    </p:spTree>
    <p:extLst>
      <p:ext uri="{BB962C8B-B14F-4D97-AF65-F5344CB8AC3E}">
        <p14:creationId xmlns:p14="http://schemas.microsoft.com/office/powerpoint/2010/main" val="8158547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4AA8AB3E-006B-AE4D-8B45-7B335DEDB2E5}"/>
              </a:ext>
            </a:extLst>
          </p:cNvPr>
          <p:cNvSpPr txBox="1">
            <a:spLocks/>
          </p:cNvSpPr>
          <p:nvPr/>
        </p:nvSpPr>
        <p:spPr>
          <a:xfrm>
            <a:off x="833432" y="360357"/>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n-US" dirty="0"/>
              <a:t>Sample repository (repo)</a:t>
            </a:r>
          </a:p>
        </p:txBody>
      </p:sp>
      <p:pic>
        <p:nvPicPr>
          <p:cNvPr id="3" name="Picture 2">
            <a:extLst>
              <a:ext uri="{FF2B5EF4-FFF2-40B4-BE49-F238E27FC236}">
                <a16:creationId xmlns:a16="http://schemas.microsoft.com/office/drawing/2014/main" id="{0EB59FBA-570D-274A-A116-4BA42607C359}"/>
              </a:ext>
            </a:extLst>
          </p:cNvPr>
          <p:cNvPicPr>
            <a:picLocks noChangeAspect="1"/>
          </p:cNvPicPr>
          <p:nvPr/>
        </p:nvPicPr>
        <p:blipFill>
          <a:blip r:embed="rId3"/>
          <a:stretch>
            <a:fillRect/>
          </a:stretch>
        </p:blipFill>
        <p:spPr>
          <a:xfrm>
            <a:off x="0" y="1685920"/>
            <a:ext cx="12192000" cy="5092241"/>
          </a:xfrm>
          <a:prstGeom prst="rect">
            <a:avLst/>
          </a:prstGeom>
        </p:spPr>
      </p:pic>
      <p:sp>
        <p:nvSpPr>
          <p:cNvPr id="4" name="Rectangle 3">
            <a:extLst>
              <a:ext uri="{FF2B5EF4-FFF2-40B4-BE49-F238E27FC236}">
                <a16:creationId xmlns:a16="http://schemas.microsoft.com/office/drawing/2014/main" id="{F58837A0-9DCF-A74C-838A-7080563D16ED}"/>
              </a:ext>
            </a:extLst>
          </p:cNvPr>
          <p:cNvSpPr/>
          <p:nvPr/>
        </p:nvSpPr>
        <p:spPr>
          <a:xfrm>
            <a:off x="8065008" y="6272983"/>
            <a:ext cx="1717283" cy="40213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F5EB63D4-081A-6A4B-9D5A-49DFA17E4EE6}"/>
              </a:ext>
            </a:extLst>
          </p:cNvPr>
          <p:cNvSpPr/>
          <p:nvPr/>
        </p:nvSpPr>
        <p:spPr>
          <a:xfrm>
            <a:off x="10283952" y="4232040"/>
            <a:ext cx="1908048" cy="4314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27D894AF-D280-3F4B-AB5F-C35DB6E7DEC1}"/>
              </a:ext>
            </a:extLst>
          </p:cNvPr>
          <p:cNvSpPr/>
          <p:nvPr/>
        </p:nvSpPr>
        <p:spPr>
          <a:xfrm>
            <a:off x="11385608" y="5504688"/>
            <a:ext cx="632656" cy="43181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529FF341-2003-4144-866A-F2EF5D639111}"/>
              </a:ext>
            </a:extLst>
          </p:cNvPr>
          <p:cNvSpPr txBox="1"/>
          <p:nvPr/>
        </p:nvSpPr>
        <p:spPr>
          <a:xfrm>
            <a:off x="6497403" y="5535529"/>
            <a:ext cx="1569660" cy="400110"/>
          </a:xfrm>
          <a:prstGeom prst="rect">
            <a:avLst/>
          </a:prstGeom>
          <a:noFill/>
        </p:spPr>
        <p:txBody>
          <a:bodyPr wrap="none" rtlCol="0">
            <a:spAutoFit/>
          </a:bodyPr>
          <a:lstStyle/>
          <a:p>
            <a:r>
              <a:rPr lang="en-US" sz="2000" dirty="0">
                <a:solidFill>
                  <a:srgbClr val="FF0000"/>
                </a:solidFill>
                <a:latin typeface="Courier New" panose="02070309020205020404" pitchFamily="49" charset="0"/>
                <a:cs typeface="Courier New" panose="02070309020205020404" pitchFamily="49" charset="0"/>
              </a:rPr>
              <a:t>git clone</a:t>
            </a:r>
          </a:p>
        </p:txBody>
      </p:sp>
      <p:sp>
        <p:nvSpPr>
          <p:cNvPr id="10" name="TextBox 9">
            <a:extLst>
              <a:ext uri="{FF2B5EF4-FFF2-40B4-BE49-F238E27FC236}">
                <a16:creationId xmlns:a16="http://schemas.microsoft.com/office/drawing/2014/main" id="{64DD96E5-3279-5347-BDC4-5C721A8CBF2E}"/>
              </a:ext>
            </a:extLst>
          </p:cNvPr>
          <p:cNvSpPr txBox="1"/>
          <p:nvPr/>
        </p:nvSpPr>
        <p:spPr>
          <a:xfrm>
            <a:off x="10755470" y="5935639"/>
            <a:ext cx="1426994" cy="400110"/>
          </a:xfrm>
          <a:prstGeom prst="rect">
            <a:avLst/>
          </a:prstGeom>
          <a:noFill/>
        </p:spPr>
        <p:txBody>
          <a:bodyPr wrap="none" rtlCol="0">
            <a:spAutoFit/>
          </a:bodyPr>
          <a:lstStyle/>
          <a:p>
            <a:pPr algn="r"/>
            <a:r>
              <a:rPr lang="en-US" sz="2000" i="1" dirty="0">
                <a:solidFill>
                  <a:srgbClr val="FF0000"/>
                </a:solidFill>
              </a:rPr>
              <a:t>click to copy</a:t>
            </a:r>
          </a:p>
        </p:txBody>
      </p:sp>
      <p:sp>
        <p:nvSpPr>
          <p:cNvPr id="11" name="TextBox 10">
            <a:extLst>
              <a:ext uri="{FF2B5EF4-FFF2-40B4-BE49-F238E27FC236}">
                <a16:creationId xmlns:a16="http://schemas.microsoft.com/office/drawing/2014/main" id="{8FF2A94D-D3DC-E649-BC72-9A38800529D3}"/>
              </a:ext>
            </a:extLst>
          </p:cNvPr>
          <p:cNvSpPr txBox="1"/>
          <p:nvPr/>
        </p:nvSpPr>
        <p:spPr>
          <a:xfrm>
            <a:off x="8060648" y="5787105"/>
            <a:ext cx="750526" cy="400110"/>
          </a:xfrm>
          <a:prstGeom prst="rect">
            <a:avLst/>
          </a:prstGeom>
          <a:noFill/>
        </p:spPr>
        <p:txBody>
          <a:bodyPr wrap="none" rtlCol="0">
            <a:spAutoFit/>
          </a:bodyPr>
          <a:lstStyle/>
          <a:p>
            <a:r>
              <a:rPr lang="en-US" sz="2000" i="1" dirty="0">
                <a:solidFill>
                  <a:srgbClr val="FF0000"/>
                </a:solidFill>
              </a:rPr>
              <a:t>paste</a:t>
            </a:r>
          </a:p>
        </p:txBody>
      </p:sp>
    </p:spTree>
    <p:extLst>
      <p:ext uri="{BB962C8B-B14F-4D97-AF65-F5344CB8AC3E}">
        <p14:creationId xmlns:p14="http://schemas.microsoft.com/office/powerpoint/2010/main" val="3923402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8" grpId="0" animBg="1"/>
      <p:bldP spid="9" grpId="0"/>
      <p:bldP spid="10" grpId="0"/>
      <p:bldP spid="11"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Content Placeholder 21">
            <a:extLst>
              <a:ext uri="{FF2B5EF4-FFF2-40B4-BE49-F238E27FC236}">
                <a16:creationId xmlns:a16="http://schemas.microsoft.com/office/drawing/2014/main" id="{C4D82457-01E0-6C4A-95DC-DBD0DBEF0D03}"/>
              </a:ext>
            </a:extLst>
          </p:cNvPr>
          <p:cNvPicPr>
            <a:picLocks noGrp="1" noChangeAspect="1"/>
          </p:cNvPicPr>
          <p:nvPr>
            <p:ph idx="1"/>
          </p:nvPr>
        </p:nvPicPr>
        <p:blipFill>
          <a:blip r:embed="rId3"/>
          <a:stretch>
            <a:fillRect/>
          </a:stretch>
        </p:blipFill>
        <p:spPr>
          <a:xfrm>
            <a:off x="-2127496" y="52270"/>
            <a:ext cx="16272650" cy="9153365"/>
          </a:xfrm>
        </p:spPr>
      </p:pic>
      <p:sp>
        <p:nvSpPr>
          <p:cNvPr id="16" name="TextBox 15">
            <a:extLst>
              <a:ext uri="{FF2B5EF4-FFF2-40B4-BE49-F238E27FC236}">
                <a16:creationId xmlns:a16="http://schemas.microsoft.com/office/drawing/2014/main" id="{C3A4EF42-A95A-7141-9348-7B3FD58F0598}"/>
              </a:ext>
            </a:extLst>
          </p:cNvPr>
          <p:cNvSpPr txBox="1"/>
          <p:nvPr/>
        </p:nvSpPr>
        <p:spPr>
          <a:xfrm>
            <a:off x="3919093" y="2790775"/>
            <a:ext cx="1273105" cy="400110"/>
          </a:xfrm>
          <a:prstGeom prst="rect">
            <a:avLst/>
          </a:prstGeom>
          <a:noFill/>
        </p:spPr>
        <p:txBody>
          <a:bodyPr wrap="none" rtlCol="0">
            <a:spAutoFit/>
          </a:bodyPr>
          <a:lstStyle/>
          <a:p>
            <a:r>
              <a:rPr lang="en-US" sz="2000" i="1" dirty="0">
                <a:solidFill>
                  <a:srgbClr val="FF0000"/>
                </a:solidFill>
              </a:rPr>
              <a:t>shell script</a:t>
            </a:r>
          </a:p>
        </p:txBody>
      </p:sp>
      <p:cxnSp>
        <p:nvCxnSpPr>
          <p:cNvPr id="20" name="Straight Connector 19">
            <a:extLst>
              <a:ext uri="{FF2B5EF4-FFF2-40B4-BE49-F238E27FC236}">
                <a16:creationId xmlns:a16="http://schemas.microsoft.com/office/drawing/2014/main" id="{1FCE4B45-5F0D-7946-A6CC-ABC868CB8987}"/>
              </a:ext>
            </a:extLst>
          </p:cNvPr>
          <p:cNvCxnSpPr/>
          <p:nvPr/>
        </p:nvCxnSpPr>
        <p:spPr>
          <a:xfrm>
            <a:off x="4034786" y="3319903"/>
            <a:ext cx="173935"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724093A6-D2DE-944F-B344-981415D3A5C8}"/>
              </a:ext>
            </a:extLst>
          </p:cNvPr>
          <p:cNvSpPr/>
          <p:nvPr/>
        </p:nvSpPr>
        <p:spPr>
          <a:xfrm>
            <a:off x="1483219" y="193164"/>
            <a:ext cx="5272687" cy="29133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D8C4693-F106-D347-9DB8-1EA939F8C14F}"/>
              </a:ext>
            </a:extLst>
          </p:cNvPr>
          <p:cNvSpPr/>
          <p:nvPr/>
        </p:nvSpPr>
        <p:spPr>
          <a:xfrm>
            <a:off x="650020" y="4918101"/>
            <a:ext cx="1522905" cy="32845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00D2D95-FDC7-D94E-B698-E420251150DA}"/>
              </a:ext>
            </a:extLst>
          </p:cNvPr>
          <p:cNvSpPr/>
          <p:nvPr/>
        </p:nvSpPr>
        <p:spPr>
          <a:xfrm>
            <a:off x="1315744" y="6570696"/>
            <a:ext cx="8471630" cy="31374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B4DE2C9-C117-A247-BBC7-182D88F6CA66}"/>
              </a:ext>
            </a:extLst>
          </p:cNvPr>
          <p:cNvSpPr/>
          <p:nvPr/>
        </p:nvSpPr>
        <p:spPr>
          <a:xfrm>
            <a:off x="343394" y="3079601"/>
            <a:ext cx="1432579" cy="25917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781B61F3-7B42-064C-803E-9C195CE382E2}"/>
              </a:ext>
            </a:extLst>
          </p:cNvPr>
          <p:cNvSpPr txBox="1"/>
          <p:nvPr/>
        </p:nvSpPr>
        <p:spPr>
          <a:xfrm>
            <a:off x="534576" y="2048962"/>
            <a:ext cx="999697" cy="400110"/>
          </a:xfrm>
          <a:prstGeom prst="rect">
            <a:avLst/>
          </a:prstGeom>
          <a:noFill/>
        </p:spPr>
        <p:txBody>
          <a:bodyPr wrap="none" rtlCol="0">
            <a:spAutoFit/>
          </a:bodyPr>
          <a:lstStyle/>
          <a:p>
            <a:pPr algn="r"/>
            <a:r>
              <a:rPr lang="en-US" sz="2000" i="1" dirty="0">
                <a:solidFill>
                  <a:srgbClr val="FF0000"/>
                </a:solidFill>
              </a:rPr>
              <a:t>account</a:t>
            </a:r>
          </a:p>
        </p:txBody>
      </p:sp>
      <p:sp>
        <p:nvSpPr>
          <p:cNvPr id="18" name="TextBox 17">
            <a:extLst>
              <a:ext uri="{FF2B5EF4-FFF2-40B4-BE49-F238E27FC236}">
                <a16:creationId xmlns:a16="http://schemas.microsoft.com/office/drawing/2014/main" id="{40C467D3-7C80-2942-9445-A799A863A322}"/>
              </a:ext>
            </a:extLst>
          </p:cNvPr>
          <p:cNvSpPr txBox="1"/>
          <p:nvPr/>
        </p:nvSpPr>
        <p:spPr>
          <a:xfrm>
            <a:off x="1614805" y="2071923"/>
            <a:ext cx="1212191" cy="400110"/>
          </a:xfrm>
          <a:prstGeom prst="rect">
            <a:avLst/>
          </a:prstGeom>
          <a:noFill/>
        </p:spPr>
        <p:txBody>
          <a:bodyPr wrap="none" rtlCol="0">
            <a:spAutoFit/>
          </a:bodyPr>
          <a:lstStyle/>
          <a:p>
            <a:pPr algn="r"/>
            <a:r>
              <a:rPr lang="en-US" sz="2000" i="1" dirty="0">
                <a:solidFill>
                  <a:srgbClr val="FF0000"/>
                </a:solidFill>
              </a:rPr>
              <a:t>repository</a:t>
            </a:r>
          </a:p>
        </p:txBody>
      </p:sp>
      <p:cxnSp>
        <p:nvCxnSpPr>
          <p:cNvPr id="23" name="Straight Arrow Connector 22">
            <a:extLst>
              <a:ext uri="{FF2B5EF4-FFF2-40B4-BE49-F238E27FC236}">
                <a16:creationId xmlns:a16="http://schemas.microsoft.com/office/drawing/2014/main" id="{E034FB73-190C-2645-BF6A-D4F24825DF79}"/>
              </a:ext>
            </a:extLst>
          </p:cNvPr>
          <p:cNvCxnSpPr>
            <a:cxnSpLocks/>
          </p:cNvCxnSpPr>
          <p:nvPr/>
        </p:nvCxnSpPr>
        <p:spPr>
          <a:xfrm flipH="1">
            <a:off x="2422592" y="485667"/>
            <a:ext cx="1699161" cy="1391329"/>
          </a:xfrm>
          <a:prstGeom prst="straightConnector1">
            <a:avLst/>
          </a:prstGeom>
          <a:ln w="127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4C61A218-A68C-4F4D-980B-9A3B145FC117}"/>
              </a:ext>
            </a:extLst>
          </p:cNvPr>
          <p:cNvCxnSpPr>
            <a:cxnSpLocks/>
          </p:cNvCxnSpPr>
          <p:nvPr/>
        </p:nvCxnSpPr>
        <p:spPr>
          <a:xfrm flipH="1">
            <a:off x="1792198" y="485667"/>
            <a:ext cx="3484376" cy="2581266"/>
          </a:xfrm>
          <a:prstGeom prst="straightConnector1">
            <a:avLst/>
          </a:prstGeom>
          <a:ln w="127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4FD8CE8A-D8ED-244C-9834-7C14741CEFD3}"/>
              </a:ext>
            </a:extLst>
          </p:cNvPr>
          <p:cNvCxnSpPr>
            <a:cxnSpLocks/>
          </p:cNvCxnSpPr>
          <p:nvPr/>
        </p:nvCxnSpPr>
        <p:spPr>
          <a:xfrm flipH="1">
            <a:off x="1506259" y="503955"/>
            <a:ext cx="1587143" cy="1413692"/>
          </a:xfrm>
          <a:prstGeom prst="straightConnector1">
            <a:avLst/>
          </a:prstGeom>
          <a:ln w="127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13BDFC63-ACA5-6A49-A048-70BEFB9251A1}"/>
              </a:ext>
            </a:extLst>
          </p:cNvPr>
          <p:cNvCxnSpPr>
            <a:cxnSpLocks/>
            <a:endCxn id="16" idx="0"/>
          </p:cNvCxnSpPr>
          <p:nvPr/>
        </p:nvCxnSpPr>
        <p:spPr>
          <a:xfrm flipH="1">
            <a:off x="4555646" y="485667"/>
            <a:ext cx="1340651" cy="2305108"/>
          </a:xfrm>
          <a:prstGeom prst="straightConnector1">
            <a:avLst/>
          </a:prstGeom>
          <a:ln w="127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6BDB7CF7-1FF2-9249-A715-D81BC2F83A40}"/>
              </a:ext>
            </a:extLst>
          </p:cNvPr>
          <p:cNvSpPr txBox="1"/>
          <p:nvPr/>
        </p:nvSpPr>
        <p:spPr>
          <a:xfrm>
            <a:off x="9097762" y="3522300"/>
            <a:ext cx="689612" cy="400110"/>
          </a:xfrm>
          <a:prstGeom prst="rect">
            <a:avLst/>
          </a:prstGeom>
          <a:noFill/>
        </p:spPr>
        <p:txBody>
          <a:bodyPr wrap="none" rtlCol="0">
            <a:spAutoFit/>
          </a:bodyPr>
          <a:lstStyle/>
          <a:p>
            <a:pPr algn="r"/>
            <a:r>
              <a:rPr lang="en-US" sz="2000" i="1" dirty="0">
                <a:solidFill>
                  <a:srgbClr val="FF0000"/>
                </a:solidFill>
              </a:rPr>
              <a:t>blob:</a:t>
            </a:r>
          </a:p>
        </p:txBody>
      </p:sp>
      <p:sp>
        <p:nvSpPr>
          <p:cNvPr id="35" name="TextBox 34">
            <a:extLst>
              <a:ext uri="{FF2B5EF4-FFF2-40B4-BE49-F238E27FC236}">
                <a16:creationId xmlns:a16="http://schemas.microsoft.com/office/drawing/2014/main" id="{84C64A8C-1DD3-5B41-9F33-AF25963BB918}"/>
              </a:ext>
            </a:extLst>
          </p:cNvPr>
          <p:cNvSpPr txBox="1"/>
          <p:nvPr/>
        </p:nvSpPr>
        <p:spPr>
          <a:xfrm>
            <a:off x="9716752" y="3815884"/>
            <a:ext cx="686406" cy="400110"/>
          </a:xfrm>
          <a:prstGeom prst="rect">
            <a:avLst/>
          </a:prstGeom>
          <a:noFill/>
        </p:spPr>
        <p:txBody>
          <a:bodyPr wrap="none" rtlCol="0">
            <a:spAutoFit/>
          </a:bodyPr>
          <a:lstStyle/>
          <a:p>
            <a:r>
              <a:rPr lang="en-US" sz="2000" i="1" dirty="0">
                <a:solidFill>
                  <a:srgbClr val="FF0000"/>
                </a:solidFill>
              </a:rPr>
              <a:t>hash</a:t>
            </a:r>
          </a:p>
        </p:txBody>
      </p:sp>
      <p:sp>
        <p:nvSpPr>
          <p:cNvPr id="36" name="Rectangle 35">
            <a:extLst>
              <a:ext uri="{FF2B5EF4-FFF2-40B4-BE49-F238E27FC236}">
                <a16:creationId xmlns:a16="http://schemas.microsoft.com/office/drawing/2014/main" id="{AB514830-FADB-7244-A5D7-620334071AEE}"/>
              </a:ext>
            </a:extLst>
          </p:cNvPr>
          <p:cNvSpPr/>
          <p:nvPr/>
        </p:nvSpPr>
        <p:spPr>
          <a:xfrm>
            <a:off x="36976" y="6884441"/>
            <a:ext cx="8814816" cy="27300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4" name="Straight Arrow Connector 43">
            <a:extLst>
              <a:ext uri="{FF2B5EF4-FFF2-40B4-BE49-F238E27FC236}">
                <a16:creationId xmlns:a16="http://schemas.microsoft.com/office/drawing/2014/main" id="{9AFD4A4D-0446-634A-A8E6-9E938017D03E}"/>
              </a:ext>
            </a:extLst>
          </p:cNvPr>
          <p:cNvCxnSpPr>
            <a:cxnSpLocks/>
          </p:cNvCxnSpPr>
          <p:nvPr/>
        </p:nvCxnSpPr>
        <p:spPr>
          <a:xfrm>
            <a:off x="4845274" y="485667"/>
            <a:ext cx="4901460" cy="3106697"/>
          </a:xfrm>
          <a:prstGeom prst="straightConnector1">
            <a:avLst/>
          </a:prstGeom>
          <a:ln w="127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2F4855BE-A7F2-F747-ABCF-2CA05FC54F67}"/>
              </a:ext>
            </a:extLst>
          </p:cNvPr>
          <p:cNvCxnSpPr>
            <a:cxnSpLocks/>
          </p:cNvCxnSpPr>
          <p:nvPr/>
        </p:nvCxnSpPr>
        <p:spPr>
          <a:xfrm flipH="1">
            <a:off x="2220900" y="3349115"/>
            <a:ext cx="1813887" cy="1546864"/>
          </a:xfrm>
          <a:prstGeom prst="straightConnector1">
            <a:avLst/>
          </a:prstGeom>
          <a:ln w="127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4073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4"/>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4"/>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4"/>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1" grpId="0" animBg="1"/>
      <p:bldP spid="12" grpId="0" animBg="1"/>
      <p:bldP spid="13" grpId="0" animBg="1"/>
      <p:bldP spid="14" grpId="0" animBg="1"/>
      <p:bldP spid="17" grpId="0"/>
      <p:bldP spid="18" grpId="0"/>
      <p:bldP spid="34" grpId="0"/>
      <p:bldP spid="3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Content Placeholder 21">
            <a:extLst>
              <a:ext uri="{FF2B5EF4-FFF2-40B4-BE49-F238E27FC236}">
                <a16:creationId xmlns:a16="http://schemas.microsoft.com/office/drawing/2014/main" id="{C4D82457-01E0-6C4A-95DC-DBD0DBEF0D03}"/>
              </a:ext>
            </a:extLst>
          </p:cNvPr>
          <p:cNvPicPr>
            <a:picLocks noGrp="1" noChangeAspect="1"/>
          </p:cNvPicPr>
          <p:nvPr>
            <p:ph idx="1"/>
          </p:nvPr>
        </p:nvPicPr>
        <p:blipFill>
          <a:blip r:embed="rId3"/>
          <a:stretch>
            <a:fillRect/>
          </a:stretch>
        </p:blipFill>
        <p:spPr>
          <a:xfrm>
            <a:off x="-2127496" y="52270"/>
            <a:ext cx="16272650" cy="9153365"/>
          </a:xfrm>
        </p:spPr>
      </p:pic>
      <p:sp>
        <p:nvSpPr>
          <p:cNvPr id="16" name="TextBox 15">
            <a:extLst>
              <a:ext uri="{FF2B5EF4-FFF2-40B4-BE49-F238E27FC236}">
                <a16:creationId xmlns:a16="http://schemas.microsoft.com/office/drawing/2014/main" id="{C3A4EF42-A95A-7141-9348-7B3FD58F0598}"/>
              </a:ext>
            </a:extLst>
          </p:cNvPr>
          <p:cNvSpPr txBox="1"/>
          <p:nvPr/>
        </p:nvSpPr>
        <p:spPr>
          <a:xfrm>
            <a:off x="3919093" y="2790775"/>
            <a:ext cx="1273105" cy="400110"/>
          </a:xfrm>
          <a:prstGeom prst="rect">
            <a:avLst/>
          </a:prstGeom>
          <a:noFill/>
        </p:spPr>
        <p:txBody>
          <a:bodyPr wrap="none" rtlCol="0">
            <a:spAutoFit/>
          </a:bodyPr>
          <a:lstStyle/>
          <a:p>
            <a:r>
              <a:rPr lang="en-US" sz="2000" i="1" dirty="0">
                <a:solidFill>
                  <a:srgbClr val="FF0000"/>
                </a:solidFill>
              </a:rPr>
              <a:t>shell script</a:t>
            </a:r>
          </a:p>
        </p:txBody>
      </p:sp>
      <p:sp>
        <p:nvSpPr>
          <p:cNvPr id="11" name="Rectangle 10">
            <a:extLst>
              <a:ext uri="{FF2B5EF4-FFF2-40B4-BE49-F238E27FC236}">
                <a16:creationId xmlns:a16="http://schemas.microsoft.com/office/drawing/2014/main" id="{724093A6-D2DE-944F-B344-981415D3A5C8}"/>
              </a:ext>
            </a:extLst>
          </p:cNvPr>
          <p:cNvSpPr/>
          <p:nvPr/>
        </p:nvSpPr>
        <p:spPr>
          <a:xfrm>
            <a:off x="1483219" y="193164"/>
            <a:ext cx="5272687" cy="29133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D8C4693-F106-D347-9DB8-1EA939F8C14F}"/>
              </a:ext>
            </a:extLst>
          </p:cNvPr>
          <p:cNvSpPr/>
          <p:nvPr/>
        </p:nvSpPr>
        <p:spPr>
          <a:xfrm>
            <a:off x="650020" y="4918101"/>
            <a:ext cx="1522905" cy="32845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00D2D95-FDC7-D94E-B698-E420251150DA}"/>
              </a:ext>
            </a:extLst>
          </p:cNvPr>
          <p:cNvSpPr/>
          <p:nvPr/>
        </p:nvSpPr>
        <p:spPr>
          <a:xfrm>
            <a:off x="1315744" y="6570696"/>
            <a:ext cx="8471630" cy="31374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9" name="Straight Arrow Connector 28">
            <a:extLst>
              <a:ext uri="{FF2B5EF4-FFF2-40B4-BE49-F238E27FC236}">
                <a16:creationId xmlns:a16="http://schemas.microsoft.com/office/drawing/2014/main" id="{13BDFC63-ACA5-6A49-A048-70BEFB9251A1}"/>
              </a:ext>
            </a:extLst>
          </p:cNvPr>
          <p:cNvCxnSpPr>
            <a:cxnSpLocks/>
            <a:endCxn id="16" idx="0"/>
          </p:cNvCxnSpPr>
          <p:nvPr/>
        </p:nvCxnSpPr>
        <p:spPr>
          <a:xfrm flipH="1">
            <a:off x="4555646" y="485667"/>
            <a:ext cx="1340651" cy="2305108"/>
          </a:xfrm>
          <a:prstGeom prst="straightConnector1">
            <a:avLst/>
          </a:prstGeom>
          <a:ln w="127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sp>
        <p:nvSpPr>
          <p:cNvPr id="36" name="Rectangle 35">
            <a:extLst>
              <a:ext uri="{FF2B5EF4-FFF2-40B4-BE49-F238E27FC236}">
                <a16:creationId xmlns:a16="http://schemas.microsoft.com/office/drawing/2014/main" id="{AB514830-FADB-7244-A5D7-620334071AEE}"/>
              </a:ext>
            </a:extLst>
          </p:cNvPr>
          <p:cNvSpPr/>
          <p:nvPr/>
        </p:nvSpPr>
        <p:spPr>
          <a:xfrm>
            <a:off x="36976" y="6884441"/>
            <a:ext cx="8814816" cy="27300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7" name="Straight Arrow Connector 46">
            <a:extLst>
              <a:ext uri="{FF2B5EF4-FFF2-40B4-BE49-F238E27FC236}">
                <a16:creationId xmlns:a16="http://schemas.microsoft.com/office/drawing/2014/main" id="{2F4855BE-A7F2-F747-ABCF-2CA05FC54F67}"/>
              </a:ext>
            </a:extLst>
          </p:cNvPr>
          <p:cNvCxnSpPr>
            <a:cxnSpLocks/>
          </p:cNvCxnSpPr>
          <p:nvPr/>
        </p:nvCxnSpPr>
        <p:spPr>
          <a:xfrm flipH="1">
            <a:off x="2220900" y="3349115"/>
            <a:ext cx="1813887" cy="1546864"/>
          </a:xfrm>
          <a:prstGeom prst="straightConnector1">
            <a:avLst/>
          </a:prstGeom>
          <a:ln w="127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17336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1" grpId="0" animBg="1"/>
      <p:bldP spid="12" grpId="0" animBg="1"/>
      <p:bldP spid="13"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Rounded Rectangle 68"/>
          <p:cNvSpPr/>
          <p:nvPr/>
        </p:nvSpPr>
        <p:spPr>
          <a:xfrm>
            <a:off x="2708898" y="940592"/>
            <a:ext cx="6616149" cy="4995330"/>
          </a:xfrm>
          <a:prstGeom prst="roundRect">
            <a:avLst/>
          </a:prstGeom>
          <a:solidFill>
            <a:schemeClr val="bg1">
              <a:lumMod val="75000"/>
            </a:schemeClr>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anchor="t"/>
          <a:lstStyle/>
          <a:p>
            <a:pPr algn="r">
              <a:defRPr/>
            </a:pPr>
            <a:endParaRPr lang="en-US" sz="1600" i="1" dirty="0">
              <a:solidFill>
                <a:schemeClr val="bg1"/>
              </a:solidFill>
              <a:latin typeface="Open Sans" charset="0"/>
              <a:ea typeface="ＭＳ Ｐゴシック" charset="0"/>
            </a:endParaRPr>
          </a:p>
        </p:txBody>
      </p:sp>
      <p:sp>
        <p:nvSpPr>
          <p:cNvPr id="131" name="Rounded Rectangle 130">
            <a:extLst>
              <a:ext uri="{FF2B5EF4-FFF2-40B4-BE49-F238E27FC236}">
                <a16:creationId xmlns:a16="http://schemas.microsoft.com/office/drawing/2014/main" id="{B9451EB8-B4B1-3540-8B9B-C41E26A8FF71}"/>
              </a:ext>
            </a:extLst>
          </p:cNvPr>
          <p:cNvSpPr/>
          <p:nvPr/>
        </p:nvSpPr>
        <p:spPr>
          <a:xfrm flipH="1">
            <a:off x="9674213" y="1251061"/>
            <a:ext cx="1376141" cy="4351317"/>
          </a:xfrm>
          <a:prstGeom prst="roundRect">
            <a:avLst/>
          </a:prstGeom>
          <a:solidFill>
            <a:schemeClr val="bg1">
              <a:lumMod val="65000"/>
              <a:alpha val="21000"/>
            </a:schemeClr>
          </a:solidFill>
          <a:ln>
            <a:noFill/>
          </a:ln>
          <a:effectLst/>
        </p:spPr>
        <p:style>
          <a:lnRef idx="1">
            <a:schemeClr val="accent1"/>
          </a:lnRef>
          <a:fillRef idx="3">
            <a:schemeClr val="accent1"/>
          </a:fillRef>
          <a:effectRef idx="2">
            <a:schemeClr val="accent1"/>
          </a:effectRef>
          <a:fontRef idx="minor">
            <a:schemeClr val="lt1"/>
          </a:fontRef>
        </p:style>
        <p:txBody>
          <a:bodyPr anchor="t"/>
          <a:lstStyle/>
          <a:p>
            <a:pPr algn="r">
              <a:defRPr/>
            </a:pPr>
            <a:endParaRPr lang="en-US" sz="1600" i="1" dirty="0">
              <a:solidFill>
                <a:schemeClr val="bg1"/>
              </a:solidFill>
              <a:latin typeface="Open Sans" charset="0"/>
              <a:ea typeface="ＭＳ Ｐゴシック" charset="0"/>
            </a:endParaRPr>
          </a:p>
        </p:txBody>
      </p:sp>
      <p:sp>
        <p:nvSpPr>
          <p:cNvPr id="91" name="Rounded Rectangle 90"/>
          <p:cNvSpPr/>
          <p:nvPr/>
        </p:nvSpPr>
        <p:spPr>
          <a:xfrm>
            <a:off x="962023" y="519034"/>
            <a:ext cx="1723530" cy="4588758"/>
          </a:xfrm>
          <a:prstGeom prst="roundRect">
            <a:avLst/>
          </a:prstGeom>
          <a:solidFill>
            <a:schemeClr val="accent4">
              <a:alpha val="21000"/>
            </a:schemeClr>
          </a:solidFill>
          <a:ln>
            <a:solidFill>
              <a:schemeClr val="bg1">
                <a:lumMod val="65000"/>
              </a:schemeClr>
            </a:solidFill>
          </a:ln>
          <a:effectLst/>
        </p:spPr>
        <p:style>
          <a:lnRef idx="1">
            <a:schemeClr val="accent1"/>
          </a:lnRef>
          <a:fillRef idx="3">
            <a:schemeClr val="accent1"/>
          </a:fillRef>
          <a:effectRef idx="2">
            <a:schemeClr val="accent1"/>
          </a:effectRef>
          <a:fontRef idx="minor">
            <a:schemeClr val="lt1"/>
          </a:fontRef>
        </p:style>
        <p:txBody>
          <a:bodyPr anchor="t"/>
          <a:lstStyle/>
          <a:p>
            <a:pPr>
              <a:defRPr/>
            </a:pPr>
            <a:r>
              <a:rPr lang="en-US" sz="1400" dirty="0">
                <a:solidFill>
                  <a:schemeClr val="tx1"/>
                </a:solidFill>
                <a:latin typeface="Courier New" panose="02070309020205020404" pitchFamily="49" charset="0"/>
                <a:ea typeface="ＭＳ Ｐゴシック" charset="0"/>
                <a:cs typeface="Courier New" panose="02070309020205020404" pitchFamily="49" charset="0"/>
              </a:rPr>
              <a:t>cd</a:t>
            </a:r>
          </a:p>
        </p:txBody>
      </p:sp>
      <p:sp>
        <p:nvSpPr>
          <p:cNvPr id="167" name="TextBox 166">
            <a:extLst>
              <a:ext uri="{FF2B5EF4-FFF2-40B4-BE49-F238E27FC236}">
                <a16:creationId xmlns:a16="http://schemas.microsoft.com/office/drawing/2014/main" id="{E436ADB1-FFB1-9A4B-8A94-BC4ACB41F764}"/>
              </a:ext>
            </a:extLst>
          </p:cNvPr>
          <p:cNvSpPr txBox="1"/>
          <p:nvPr/>
        </p:nvSpPr>
        <p:spPr>
          <a:xfrm>
            <a:off x="2772285" y="633136"/>
            <a:ext cx="5889777" cy="307777"/>
          </a:xfrm>
          <a:prstGeom prst="rect">
            <a:avLst/>
          </a:prstGeom>
          <a:noFill/>
        </p:spPr>
        <p:txBody>
          <a:bodyPr wrap="square">
            <a:spAutoFit/>
          </a:bodyPr>
          <a:lstStyle/>
          <a:p>
            <a:pPr>
              <a:defRPr/>
            </a:pPr>
            <a:r>
              <a:rPr lang="en-US" sz="1400" dirty="0">
                <a:latin typeface="Courier New" charset="0"/>
                <a:ea typeface="Courier New" charset="0"/>
                <a:cs typeface="Courier New" charset="0"/>
              </a:rPr>
              <a:t>git config          </a:t>
            </a:r>
            <a:r>
              <a:rPr lang="en-US" sz="1400" dirty="0" err="1">
                <a:latin typeface="Courier New" charset="0"/>
                <a:ea typeface="Courier New" charset="0"/>
                <a:cs typeface="Courier New" charset="0"/>
              </a:rPr>
              <a:t>user.email</a:t>
            </a:r>
            <a:r>
              <a:rPr lang="en-US" sz="1400" dirty="0">
                <a:latin typeface="Courier New" charset="0"/>
                <a:ea typeface="Courier New" charset="0"/>
                <a:cs typeface="Courier New" charset="0"/>
              </a:rPr>
              <a:t> "</a:t>
            </a:r>
            <a:r>
              <a:rPr lang="en-US" sz="1400" dirty="0" err="1">
                <a:latin typeface="Courier New" charset="0"/>
                <a:ea typeface="Courier New" charset="0"/>
                <a:cs typeface="Courier New" charset="0"/>
              </a:rPr>
              <a:t>wilsonmar@gmail.com</a:t>
            </a:r>
            <a:r>
              <a:rPr lang="en-US" sz="1400" dirty="0">
                <a:latin typeface="Courier New" charset="0"/>
                <a:ea typeface="Courier New" charset="0"/>
                <a:cs typeface="Courier New" charset="0"/>
              </a:rPr>
              <a:t>"</a:t>
            </a:r>
          </a:p>
        </p:txBody>
      </p:sp>
      <p:sp>
        <p:nvSpPr>
          <p:cNvPr id="166" name="TextBox 165">
            <a:extLst>
              <a:ext uri="{FF2B5EF4-FFF2-40B4-BE49-F238E27FC236}">
                <a16:creationId xmlns:a16="http://schemas.microsoft.com/office/drawing/2014/main" id="{FFF47145-3819-FE44-99B1-67B15F5680EC}"/>
              </a:ext>
            </a:extLst>
          </p:cNvPr>
          <p:cNvSpPr txBox="1"/>
          <p:nvPr/>
        </p:nvSpPr>
        <p:spPr>
          <a:xfrm>
            <a:off x="2778061" y="453675"/>
            <a:ext cx="4999823" cy="307777"/>
          </a:xfrm>
          <a:prstGeom prst="rect">
            <a:avLst/>
          </a:prstGeom>
          <a:noFill/>
        </p:spPr>
        <p:txBody>
          <a:bodyPr wrap="square">
            <a:spAutoFit/>
          </a:bodyPr>
          <a:lstStyle/>
          <a:p>
            <a:pPr>
              <a:defRPr/>
            </a:pPr>
            <a:r>
              <a:rPr lang="en-US" sz="1400" dirty="0">
                <a:latin typeface="Courier New" charset="0"/>
                <a:ea typeface="Courier New" charset="0"/>
                <a:cs typeface="Courier New" charset="0"/>
              </a:rPr>
              <a:t>git config          </a:t>
            </a:r>
            <a:r>
              <a:rPr lang="en-US" sz="1400" dirty="0" err="1">
                <a:latin typeface="Courier New" charset="0"/>
                <a:ea typeface="Courier New" charset="0"/>
                <a:cs typeface="Courier New" charset="0"/>
              </a:rPr>
              <a:t>user.name</a:t>
            </a:r>
            <a:r>
              <a:rPr lang="en-US" sz="1400" dirty="0">
                <a:latin typeface="Courier New" charset="0"/>
                <a:ea typeface="Courier New" charset="0"/>
                <a:cs typeface="Courier New" charset="0"/>
              </a:rPr>
              <a:t> "Wilson Mar"</a:t>
            </a:r>
          </a:p>
        </p:txBody>
      </p:sp>
      <p:sp>
        <p:nvSpPr>
          <p:cNvPr id="47" name="Rounded Rectangle 46"/>
          <p:cNvSpPr/>
          <p:nvPr/>
        </p:nvSpPr>
        <p:spPr>
          <a:xfrm>
            <a:off x="2757011" y="1723627"/>
            <a:ext cx="6469233" cy="4137091"/>
          </a:xfrm>
          <a:prstGeom prst="roundRect">
            <a:avLst/>
          </a:prstGeom>
          <a:solidFill>
            <a:schemeClr val="accent6">
              <a:lumMod val="40000"/>
              <a:lumOff val="60000"/>
            </a:schemeClr>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anchor="t"/>
          <a:lstStyle/>
          <a:p>
            <a:pPr>
              <a:defRPr/>
            </a:pPr>
            <a:endParaRPr lang="en-US" sz="1600" i="1" dirty="0">
              <a:solidFill>
                <a:schemeClr val="bg1">
                  <a:lumMod val="65000"/>
                </a:schemeClr>
              </a:solidFill>
              <a:latin typeface="Open Sans" charset="0"/>
              <a:ea typeface="ＭＳ Ｐゴシック" charset="0"/>
            </a:endParaRPr>
          </a:p>
        </p:txBody>
      </p:sp>
      <p:cxnSp>
        <p:nvCxnSpPr>
          <p:cNvPr id="38" name="Straight Arrow Connector 37"/>
          <p:cNvCxnSpPr>
            <a:cxnSpLocks noChangeShapeType="1"/>
          </p:cNvCxnSpPr>
          <p:nvPr/>
        </p:nvCxnSpPr>
        <p:spPr bwMode="auto">
          <a:xfrm flipV="1">
            <a:off x="10574849" y="3660583"/>
            <a:ext cx="823" cy="843130"/>
          </a:xfrm>
          <a:prstGeom prst="straightConnector1">
            <a:avLst/>
          </a:prstGeom>
          <a:noFill/>
          <a:ln w="25400">
            <a:solidFill>
              <a:srgbClr val="99CC00"/>
            </a:solidFill>
            <a:round/>
            <a:headEnd/>
            <a:tailEnd type="triangle" w="lg" len="lg"/>
          </a:ln>
          <a:effectLst/>
          <a:extLst>
            <a:ext uri="{909E8E84-426E-40dd-AFC4-6F175D3DCCD1}">
              <a14:hiddenFill xmlns="" xmlns:a14="http://schemas.microsoft.com/office/drawing/2010/main">
                <a:noFill/>
              </a14:hiddenFill>
            </a:ext>
          </a:extLst>
        </p:spPr>
      </p:cxnSp>
      <p:sp>
        <p:nvSpPr>
          <p:cNvPr id="40" name="TextBox 39"/>
          <p:cNvSpPr txBox="1"/>
          <p:nvPr/>
        </p:nvSpPr>
        <p:spPr>
          <a:xfrm>
            <a:off x="10537273" y="4222499"/>
            <a:ext cx="583814" cy="338554"/>
          </a:xfrm>
          <a:prstGeom prst="rect">
            <a:avLst/>
          </a:prstGeom>
          <a:noFill/>
        </p:spPr>
        <p:txBody>
          <a:bodyPr wrap="none">
            <a:spAutoFit/>
          </a:bodyPr>
          <a:lstStyle/>
          <a:p>
            <a:pPr>
              <a:defRPr/>
            </a:pPr>
            <a:r>
              <a:rPr lang="en-US" sz="1600" b="1" dirty="0">
                <a:solidFill>
                  <a:srgbClr val="99CC00"/>
                </a:solidFill>
              </a:rPr>
              <a:t>Fork</a:t>
            </a:r>
            <a:endParaRPr lang="en-US" sz="1400" b="1" dirty="0">
              <a:solidFill>
                <a:srgbClr val="99CC00"/>
              </a:solidFill>
            </a:endParaRPr>
          </a:p>
        </p:txBody>
      </p:sp>
      <p:sp>
        <p:nvSpPr>
          <p:cNvPr id="106" name="Rounded Rectangle 105"/>
          <p:cNvSpPr/>
          <p:nvPr/>
        </p:nvSpPr>
        <p:spPr>
          <a:xfrm>
            <a:off x="9883027" y="4503711"/>
            <a:ext cx="1127252" cy="980017"/>
          </a:xfrm>
          <a:prstGeom prst="roundRect">
            <a:avLst/>
          </a:prstGeom>
          <a:solidFill>
            <a:srgbClr val="99CC00"/>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anchor="t"/>
          <a:lstStyle/>
          <a:p>
            <a:pPr algn="ctr">
              <a:defRPr/>
            </a:pPr>
            <a:r>
              <a:rPr lang="en-US" sz="1600" i="1" dirty="0">
                <a:solidFill>
                  <a:schemeClr val="bg1"/>
                </a:solidFill>
                <a:ea typeface="ＭＳ Ｐゴシック" charset="0"/>
              </a:rPr>
              <a:t>public repo</a:t>
            </a:r>
          </a:p>
          <a:p>
            <a:pPr algn="ctr">
              <a:defRPr/>
            </a:pPr>
            <a:endParaRPr lang="en-US" sz="1600" i="1" dirty="0">
              <a:solidFill>
                <a:schemeClr val="bg1"/>
              </a:solidFill>
              <a:ea typeface="ＭＳ Ｐゴシック" charset="0"/>
            </a:endParaRPr>
          </a:p>
          <a:p>
            <a:pPr algn="ctr">
              <a:defRPr/>
            </a:pPr>
            <a:endParaRPr lang="en-US" sz="1600" i="1" dirty="0">
              <a:solidFill>
                <a:schemeClr val="bg1"/>
              </a:solidFill>
              <a:ea typeface="ＭＳ Ｐゴシック" charset="0"/>
            </a:endParaRPr>
          </a:p>
        </p:txBody>
      </p:sp>
      <p:sp>
        <p:nvSpPr>
          <p:cNvPr id="114" name="TextBox 113"/>
          <p:cNvSpPr txBox="1"/>
          <p:nvPr/>
        </p:nvSpPr>
        <p:spPr>
          <a:xfrm>
            <a:off x="1534263" y="5282966"/>
            <a:ext cx="1191352" cy="415498"/>
          </a:xfrm>
          <a:prstGeom prst="rect">
            <a:avLst/>
          </a:prstGeom>
          <a:noFill/>
        </p:spPr>
        <p:txBody>
          <a:bodyPr wrap="none">
            <a:spAutoFit/>
          </a:bodyPr>
          <a:lstStyle/>
          <a:p>
            <a:pPr algn="r">
              <a:defRPr/>
            </a:pPr>
            <a:r>
              <a:rPr lang="en-US" sz="700" dirty="0">
                <a:solidFill>
                  <a:schemeClr val="bg1">
                    <a:lumMod val="85000"/>
                  </a:schemeClr>
                </a:solidFill>
                <a:latin typeface="Open Sans"/>
              </a:rPr>
              <a:t>@Copyright Wilson Mar </a:t>
            </a:r>
          </a:p>
          <a:p>
            <a:pPr algn="r">
              <a:defRPr/>
            </a:pPr>
            <a:r>
              <a:rPr lang="en-US" sz="700" dirty="0">
                <a:solidFill>
                  <a:schemeClr val="bg1">
                    <a:lumMod val="85000"/>
                  </a:schemeClr>
                </a:solidFill>
                <a:latin typeface="Open Sans"/>
              </a:rPr>
              <a:t>2015-2018</a:t>
            </a:r>
          </a:p>
          <a:p>
            <a:pPr algn="r">
              <a:defRPr/>
            </a:pPr>
            <a:r>
              <a:rPr lang="en-US" sz="700" dirty="0">
                <a:solidFill>
                  <a:schemeClr val="bg1">
                    <a:lumMod val="85000"/>
                  </a:schemeClr>
                </a:solidFill>
                <a:latin typeface="Open Sans"/>
              </a:rPr>
              <a:t>All rights reserved.`</a:t>
            </a:r>
          </a:p>
        </p:txBody>
      </p:sp>
      <p:sp>
        <p:nvSpPr>
          <p:cNvPr id="14379" name="Rectangle 49"/>
          <p:cNvSpPr>
            <a:spLocks noChangeArrowheads="1"/>
          </p:cNvSpPr>
          <p:nvPr/>
        </p:nvSpPr>
        <p:spPr bwMode="auto">
          <a:xfrm>
            <a:off x="9963243" y="4994513"/>
            <a:ext cx="1032655" cy="3385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pPr algn="ctr"/>
            <a:r>
              <a:rPr lang="en-US" sz="1600" b="1" u="sng" dirty="0">
                <a:solidFill>
                  <a:srgbClr val="000000"/>
                </a:solidFill>
              </a:rPr>
              <a:t>upstream</a:t>
            </a:r>
          </a:p>
        </p:txBody>
      </p:sp>
      <p:sp>
        <p:nvSpPr>
          <p:cNvPr id="55" name="Rectangle 54"/>
          <p:cNvSpPr/>
          <p:nvPr/>
        </p:nvSpPr>
        <p:spPr>
          <a:xfrm>
            <a:off x="7205730" y="5976215"/>
            <a:ext cx="1683474" cy="276999"/>
          </a:xfrm>
          <a:prstGeom prst="rect">
            <a:avLst/>
          </a:prstGeom>
        </p:spPr>
        <p:txBody>
          <a:bodyPr wrap="none">
            <a:spAutoFit/>
          </a:bodyPr>
          <a:lstStyle/>
          <a:p>
            <a:r>
              <a:rPr lang="en-US" sz="1200" dirty="0">
                <a:latin typeface="Open Sans Light"/>
                <a:cs typeface="Open Sans Light"/>
                <a:hlinkClick r:id="rId3"/>
              </a:rPr>
              <a:t>https://goo.gl/12C1BF</a:t>
            </a:r>
            <a:endParaRPr lang="en-US" sz="1200" dirty="0">
              <a:latin typeface="Open Sans Light"/>
              <a:cs typeface="Open Sans Light"/>
            </a:endParaRPr>
          </a:p>
        </p:txBody>
      </p:sp>
      <p:sp>
        <p:nvSpPr>
          <p:cNvPr id="4" name="Rectangle 3"/>
          <p:cNvSpPr/>
          <p:nvPr/>
        </p:nvSpPr>
        <p:spPr>
          <a:xfrm>
            <a:off x="9107616" y="5976215"/>
            <a:ext cx="2731838" cy="276999"/>
          </a:xfrm>
          <a:prstGeom prst="rect">
            <a:avLst/>
          </a:prstGeom>
        </p:spPr>
        <p:txBody>
          <a:bodyPr wrap="none">
            <a:spAutoFit/>
          </a:bodyPr>
          <a:lstStyle/>
          <a:p>
            <a:r>
              <a:rPr lang="en-US" sz="1200" u="sng" dirty="0">
                <a:latin typeface="Open Sans Light" charset="0"/>
                <a:ea typeface="Open Sans Light" charset="0"/>
                <a:cs typeface="Open Sans Light" charset="0"/>
              </a:rPr>
              <a:t>https://</a:t>
            </a:r>
            <a:r>
              <a:rPr lang="en-US" sz="1200" u="sng" dirty="0" err="1">
                <a:latin typeface="Open Sans Light" charset="0"/>
                <a:ea typeface="Open Sans Light" charset="0"/>
                <a:cs typeface="Open Sans Light" charset="0"/>
              </a:rPr>
              <a:t>wilsonmar.github.io</a:t>
            </a:r>
            <a:r>
              <a:rPr lang="en-US" sz="1200" u="sng" dirty="0">
                <a:latin typeface="Open Sans Light" charset="0"/>
                <a:ea typeface="Open Sans Light" charset="0"/>
                <a:cs typeface="Open Sans Light" charset="0"/>
              </a:rPr>
              <a:t>/git-basics</a:t>
            </a:r>
          </a:p>
        </p:txBody>
      </p:sp>
      <p:sp>
        <p:nvSpPr>
          <p:cNvPr id="57" name="Rounded Rectangle 56"/>
          <p:cNvSpPr/>
          <p:nvPr/>
        </p:nvSpPr>
        <p:spPr>
          <a:xfrm>
            <a:off x="9893541" y="1987343"/>
            <a:ext cx="1107767" cy="1698665"/>
          </a:xfrm>
          <a:prstGeom prst="roundRect">
            <a:avLst/>
          </a:prstGeom>
          <a:solidFill>
            <a:srgbClr val="92D050"/>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anchor="t"/>
          <a:lstStyle/>
          <a:p>
            <a:pPr algn="ctr">
              <a:defRPr/>
            </a:pPr>
            <a:r>
              <a:rPr lang="en-US" sz="1600" i="1" dirty="0" err="1">
                <a:solidFill>
                  <a:schemeClr val="bg1"/>
                </a:solidFill>
                <a:ea typeface="ＭＳ Ｐゴシック" charset="0"/>
              </a:rPr>
              <a:t>myacct's</a:t>
            </a:r>
            <a:br>
              <a:rPr lang="en-US" sz="1600" i="1" dirty="0">
                <a:solidFill>
                  <a:schemeClr val="bg1"/>
                </a:solidFill>
                <a:ea typeface="ＭＳ Ｐゴシック" charset="0"/>
              </a:rPr>
            </a:br>
            <a:r>
              <a:rPr lang="en-US" sz="1600" i="1" dirty="0">
                <a:solidFill>
                  <a:schemeClr val="bg1"/>
                </a:solidFill>
                <a:ea typeface="ＭＳ Ｐゴシック" charset="0"/>
              </a:rPr>
              <a:t>repo</a:t>
            </a:r>
          </a:p>
          <a:p>
            <a:pPr algn="ctr">
              <a:defRPr/>
            </a:pPr>
            <a:endParaRPr lang="en-US" sz="1600" i="1" dirty="0">
              <a:solidFill>
                <a:schemeClr val="bg1"/>
              </a:solidFill>
              <a:ea typeface="ＭＳ Ｐゴシック" charset="0"/>
            </a:endParaRPr>
          </a:p>
        </p:txBody>
      </p:sp>
      <p:sp>
        <p:nvSpPr>
          <p:cNvPr id="52" name="TextBox 51"/>
          <p:cNvSpPr txBox="1"/>
          <p:nvPr/>
        </p:nvSpPr>
        <p:spPr>
          <a:xfrm>
            <a:off x="6028236" y="4660775"/>
            <a:ext cx="2598847" cy="297454"/>
          </a:xfrm>
          <a:prstGeom prst="rect">
            <a:avLst/>
          </a:prstGeom>
          <a:noFill/>
        </p:spPr>
        <p:txBody>
          <a:bodyPr wrap="square">
            <a:spAutoFit/>
          </a:bodyPr>
          <a:lstStyle/>
          <a:p>
            <a:pPr>
              <a:defRPr/>
            </a:pPr>
            <a:r>
              <a:rPr lang="en-US" sz="1333" dirty="0">
                <a:latin typeface="Courier New" charset="0"/>
                <a:ea typeface="Courier New" charset="0"/>
                <a:cs typeface="Courier New" charset="0"/>
              </a:rPr>
              <a:t>git remote add upstream</a:t>
            </a:r>
          </a:p>
        </p:txBody>
      </p:sp>
      <p:sp>
        <p:nvSpPr>
          <p:cNvPr id="68" name="TextBox 67"/>
          <p:cNvSpPr txBox="1"/>
          <p:nvPr/>
        </p:nvSpPr>
        <p:spPr>
          <a:xfrm>
            <a:off x="6389176" y="4991022"/>
            <a:ext cx="2898320" cy="297454"/>
          </a:xfrm>
          <a:prstGeom prst="rect">
            <a:avLst/>
          </a:prstGeom>
          <a:noFill/>
        </p:spPr>
        <p:txBody>
          <a:bodyPr wrap="square">
            <a:spAutoFit/>
          </a:bodyPr>
          <a:lstStyle/>
          <a:p>
            <a:pPr algn="r">
              <a:defRPr/>
            </a:pPr>
            <a:r>
              <a:rPr lang="en-US" sz="1333" strike="sngStrike" dirty="0" err="1">
                <a:latin typeface="Courier New" charset="0"/>
                <a:ea typeface="Courier New" charset="0"/>
                <a:cs typeface="Courier New" charset="0"/>
              </a:rPr>
              <a:t>git</a:t>
            </a:r>
            <a:r>
              <a:rPr lang="en-US" sz="1333" strike="sngStrike" dirty="0">
                <a:latin typeface="Courier New" charset="0"/>
                <a:ea typeface="Courier New" charset="0"/>
                <a:cs typeface="Courier New" charset="0"/>
              </a:rPr>
              <a:t> pull upstream master</a:t>
            </a:r>
          </a:p>
        </p:txBody>
      </p:sp>
      <p:sp>
        <p:nvSpPr>
          <p:cNvPr id="70" name="TextBox 69"/>
          <p:cNvSpPr txBox="1"/>
          <p:nvPr/>
        </p:nvSpPr>
        <p:spPr>
          <a:xfrm>
            <a:off x="11051833" y="1439667"/>
            <a:ext cx="635110" cy="646331"/>
          </a:xfrm>
          <a:prstGeom prst="rect">
            <a:avLst/>
          </a:prstGeom>
          <a:noFill/>
        </p:spPr>
        <p:txBody>
          <a:bodyPr wrap="none" rtlCol="0">
            <a:spAutoFit/>
          </a:bodyPr>
          <a:lstStyle/>
          <a:p>
            <a:r>
              <a:rPr lang="en-US" i="1" dirty="0">
                <a:solidFill>
                  <a:schemeClr val="bg1">
                    <a:lumMod val="65000"/>
                  </a:schemeClr>
                </a:solidFill>
                <a:ea typeface="Open Sans" charset="0"/>
                <a:cs typeface="Open Sans" charset="0"/>
              </a:rPr>
              <a:t>have</a:t>
            </a:r>
          </a:p>
          <a:p>
            <a:r>
              <a:rPr lang="en-US" i="1" dirty="0">
                <a:solidFill>
                  <a:schemeClr val="bg1">
                    <a:lumMod val="65000"/>
                  </a:schemeClr>
                </a:solidFill>
                <a:ea typeface="Open Sans" charset="0"/>
                <a:cs typeface="Open Sans" charset="0"/>
              </a:rPr>
              <a:t>right</a:t>
            </a:r>
          </a:p>
        </p:txBody>
      </p:sp>
      <p:sp>
        <p:nvSpPr>
          <p:cNvPr id="71" name="TextBox 70"/>
          <p:cNvSpPr txBox="1"/>
          <p:nvPr/>
        </p:nvSpPr>
        <p:spPr>
          <a:xfrm>
            <a:off x="11028993" y="4552341"/>
            <a:ext cx="622286" cy="646331"/>
          </a:xfrm>
          <a:prstGeom prst="rect">
            <a:avLst/>
          </a:prstGeom>
          <a:noFill/>
        </p:spPr>
        <p:txBody>
          <a:bodyPr wrap="none" rtlCol="0">
            <a:spAutoFit/>
          </a:bodyPr>
          <a:lstStyle/>
          <a:p>
            <a:r>
              <a:rPr lang="en-US" i="1" dirty="0">
                <a:solidFill>
                  <a:schemeClr val="bg1">
                    <a:lumMod val="65000"/>
                  </a:schemeClr>
                </a:solidFill>
                <a:ea typeface="Open Sans" charset="0"/>
                <a:cs typeface="Open Sans" charset="0"/>
              </a:rPr>
              <a:t>no</a:t>
            </a:r>
          </a:p>
          <a:p>
            <a:r>
              <a:rPr lang="en-US" i="1" dirty="0">
                <a:solidFill>
                  <a:schemeClr val="bg1">
                    <a:lumMod val="65000"/>
                  </a:schemeClr>
                </a:solidFill>
                <a:ea typeface="Open Sans" charset="0"/>
                <a:cs typeface="Open Sans" charset="0"/>
              </a:rPr>
              <a:t>right</a:t>
            </a:r>
          </a:p>
        </p:txBody>
      </p:sp>
      <p:sp>
        <p:nvSpPr>
          <p:cNvPr id="72" name="Rectangle 49"/>
          <p:cNvSpPr>
            <a:spLocks noChangeArrowheads="1"/>
          </p:cNvSpPr>
          <p:nvPr/>
        </p:nvSpPr>
        <p:spPr bwMode="auto">
          <a:xfrm>
            <a:off x="10084805" y="2908356"/>
            <a:ext cx="699229" cy="3385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pPr algn="ctr"/>
            <a:r>
              <a:rPr lang="en-US" sz="1600" b="1" u="sng" dirty="0">
                <a:solidFill>
                  <a:srgbClr val="000000"/>
                </a:solidFill>
              </a:rPr>
              <a:t>origin</a:t>
            </a:r>
            <a:endParaRPr lang="en-US" sz="1600" b="1" u="sng" dirty="0"/>
          </a:p>
        </p:txBody>
      </p:sp>
      <p:sp>
        <p:nvSpPr>
          <p:cNvPr id="80" name="Rectangle 49"/>
          <p:cNvSpPr>
            <a:spLocks noChangeArrowheads="1"/>
          </p:cNvSpPr>
          <p:nvPr/>
        </p:nvSpPr>
        <p:spPr bwMode="auto">
          <a:xfrm>
            <a:off x="10043928" y="3336856"/>
            <a:ext cx="780983" cy="3385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pPr algn="ctr"/>
            <a:r>
              <a:rPr lang="en-US" sz="1600" dirty="0">
                <a:solidFill>
                  <a:srgbClr val="000000"/>
                </a:solidFill>
              </a:rPr>
              <a:t>master</a:t>
            </a:r>
            <a:endParaRPr lang="en-US" sz="1600" dirty="0"/>
          </a:p>
        </p:txBody>
      </p:sp>
      <p:sp>
        <p:nvSpPr>
          <p:cNvPr id="85" name="TextBox 84"/>
          <p:cNvSpPr txBox="1"/>
          <p:nvPr/>
        </p:nvSpPr>
        <p:spPr>
          <a:xfrm>
            <a:off x="2843725" y="4371419"/>
            <a:ext cx="3891592" cy="307777"/>
          </a:xfrm>
          <a:prstGeom prst="rect">
            <a:avLst/>
          </a:prstGeom>
          <a:noFill/>
        </p:spPr>
        <p:txBody>
          <a:bodyPr wrap="square">
            <a:spAutoFit/>
          </a:bodyPr>
          <a:lstStyle/>
          <a:p>
            <a:pPr>
              <a:defRPr/>
            </a:pPr>
            <a:r>
              <a:rPr lang="en-US" sz="1400" dirty="0">
                <a:latin typeface="Courier New" charset="0"/>
                <a:ea typeface="Courier New" charset="0"/>
                <a:cs typeface="Courier New" charset="0"/>
              </a:rPr>
              <a:t>git diff HEAD @{u} --name-only</a:t>
            </a:r>
          </a:p>
        </p:txBody>
      </p:sp>
      <p:sp>
        <p:nvSpPr>
          <p:cNvPr id="86" name="TextBox 85"/>
          <p:cNvSpPr txBox="1"/>
          <p:nvPr/>
        </p:nvSpPr>
        <p:spPr>
          <a:xfrm>
            <a:off x="2840941" y="5309416"/>
            <a:ext cx="5379828" cy="307777"/>
          </a:xfrm>
          <a:prstGeom prst="rect">
            <a:avLst/>
          </a:prstGeom>
          <a:noFill/>
        </p:spPr>
        <p:txBody>
          <a:bodyPr wrap="square">
            <a:spAutoFit/>
          </a:bodyPr>
          <a:lstStyle/>
          <a:p>
            <a:pPr>
              <a:defRPr/>
            </a:pPr>
            <a:r>
              <a:rPr lang="en-US" sz="1400" dirty="0">
                <a:latin typeface="Courier New" charset="0"/>
                <a:ea typeface="Courier New" charset="0"/>
                <a:cs typeface="Courier New" charset="0"/>
              </a:rPr>
              <a:t>git merge upstream</a:t>
            </a:r>
            <a:r>
              <a:rPr lang="en-US" sz="1400" b="1" dirty="0">
                <a:latin typeface="Courier New" charset="0"/>
                <a:ea typeface="Courier New" charset="0"/>
                <a:cs typeface="Courier New" charset="0"/>
              </a:rPr>
              <a:t>/</a:t>
            </a:r>
            <a:r>
              <a:rPr lang="en-US" sz="1400" dirty="0">
                <a:latin typeface="Courier New" charset="0"/>
                <a:ea typeface="Courier New" charset="0"/>
                <a:cs typeface="Courier New" charset="0"/>
              </a:rPr>
              <a:t>master –</a:t>
            </a:r>
            <a:r>
              <a:rPr lang="en-US" sz="1400" dirty="0" err="1">
                <a:latin typeface="Courier New" charset="0"/>
                <a:ea typeface="Courier New" charset="0"/>
                <a:cs typeface="Courier New" charset="0"/>
              </a:rPr>
              <a:t>m"update</a:t>
            </a:r>
            <a:r>
              <a:rPr lang="en-US" sz="1400" dirty="0">
                <a:latin typeface="Courier New" charset="0"/>
                <a:ea typeface="Courier New" charset="0"/>
                <a:cs typeface="Courier New" charset="0"/>
              </a:rPr>
              <a:t>" –-no-edit</a:t>
            </a:r>
          </a:p>
        </p:txBody>
      </p:sp>
      <p:cxnSp>
        <p:nvCxnSpPr>
          <p:cNvPr id="92" name="Straight Arrow Connector 91"/>
          <p:cNvCxnSpPr>
            <a:cxnSpLocks noChangeShapeType="1"/>
          </p:cNvCxnSpPr>
          <p:nvPr/>
        </p:nvCxnSpPr>
        <p:spPr bwMode="auto">
          <a:xfrm>
            <a:off x="10452383" y="3698000"/>
            <a:ext cx="42" cy="817702"/>
          </a:xfrm>
          <a:prstGeom prst="straightConnector1">
            <a:avLst/>
          </a:prstGeom>
          <a:noFill/>
          <a:ln w="25400">
            <a:solidFill>
              <a:srgbClr val="99CC00"/>
            </a:solidFill>
            <a:round/>
            <a:headEnd/>
            <a:tailEnd type="triangle" w="lg" len="lg"/>
          </a:ln>
          <a:effectLst/>
          <a:extLst>
            <a:ext uri="{909E8E84-426E-40dd-AFC4-6F175D3DCCD1}">
              <a14:hiddenFill xmlns="" xmlns:a14="http://schemas.microsoft.com/office/drawing/2010/main">
                <a:noFill/>
              </a14:hiddenFill>
            </a:ext>
          </a:extLst>
        </p:spPr>
      </p:cxnSp>
      <p:sp>
        <p:nvSpPr>
          <p:cNvPr id="93" name="TextBox 92"/>
          <p:cNvSpPr txBox="1"/>
          <p:nvPr/>
        </p:nvSpPr>
        <p:spPr>
          <a:xfrm>
            <a:off x="9515098" y="3666445"/>
            <a:ext cx="909993" cy="584775"/>
          </a:xfrm>
          <a:prstGeom prst="rect">
            <a:avLst/>
          </a:prstGeom>
          <a:noFill/>
        </p:spPr>
        <p:txBody>
          <a:bodyPr wrap="none">
            <a:spAutoFit/>
          </a:bodyPr>
          <a:lstStyle/>
          <a:p>
            <a:pPr algn="r">
              <a:defRPr/>
            </a:pPr>
            <a:r>
              <a:rPr lang="en-US" sz="1600" b="1" dirty="0">
                <a:solidFill>
                  <a:srgbClr val="99CC00"/>
                </a:solidFill>
              </a:rPr>
              <a:t>Pull</a:t>
            </a:r>
          </a:p>
          <a:p>
            <a:pPr algn="r">
              <a:defRPr/>
            </a:pPr>
            <a:r>
              <a:rPr lang="en-US" sz="1600" b="1" dirty="0">
                <a:solidFill>
                  <a:srgbClr val="99CC00"/>
                </a:solidFill>
              </a:rPr>
              <a:t>Request</a:t>
            </a:r>
          </a:p>
        </p:txBody>
      </p:sp>
      <p:sp>
        <p:nvSpPr>
          <p:cNvPr id="96" name="TextBox 95"/>
          <p:cNvSpPr txBox="1"/>
          <p:nvPr/>
        </p:nvSpPr>
        <p:spPr>
          <a:xfrm>
            <a:off x="2843725" y="4685578"/>
            <a:ext cx="3171513" cy="307777"/>
          </a:xfrm>
          <a:prstGeom prst="rect">
            <a:avLst/>
          </a:prstGeom>
          <a:noFill/>
        </p:spPr>
        <p:txBody>
          <a:bodyPr wrap="square">
            <a:spAutoFit/>
          </a:bodyPr>
          <a:lstStyle/>
          <a:p>
            <a:pPr>
              <a:defRPr/>
            </a:pPr>
            <a:r>
              <a:rPr lang="en-US" sz="1400" dirty="0">
                <a:latin typeface="Courier New" charset="0"/>
                <a:ea typeface="Courier New" charset="0"/>
                <a:cs typeface="Courier New" charset="0"/>
              </a:rPr>
              <a:t>git checkout master [</a:t>
            </a:r>
            <a:r>
              <a:rPr lang="en-US" sz="1400" dirty="0" err="1">
                <a:latin typeface="Courier New" charset="0"/>
                <a:ea typeface="Courier New" charset="0"/>
                <a:cs typeface="Courier New" charset="0"/>
              </a:rPr>
              <a:t>gcm</a:t>
            </a:r>
            <a:r>
              <a:rPr lang="en-US" sz="1400" dirty="0">
                <a:latin typeface="Courier New" charset="0"/>
                <a:ea typeface="Courier New" charset="0"/>
                <a:cs typeface="Courier New" charset="0"/>
              </a:rPr>
              <a:t>]</a:t>
            </a:r>
          </a:p>
        </p:txBody>
      </p:sp>
      <p:sp>
        <p:nvSpPr>
          <p:cNvPr id="97" name="TextBox 96"/>
          <p:cNvSpPr txBox="1"/>
          <p:nvPr/>
        </p:nvSpPr>
        <p:spPr>
          <a:xfrm>
            <a:off x="2843725" y="3935082"/>
            <a:ext cx="2898320" cy="297454"/>
          </a:xfrm>
          <a:prstGeom prst="rect">
            <a:avLst/>
          </a:prstGeom>
          <a:noFill/>
        </p:spPr>
        <p:txBody>
          <a:bodyPr wrap="square">
            <a:spAutoFit/>
          </a:bodyPr>
          <a:lstStyle/>
          <a:p>
            <a:pPr>
              <a:defRPr/>
            </a:pPr>
            <a:r>
              <a:rPr lang="en-US" sz="1333" i="1" dirty="0">
                <a:latin typeface="Courier New" charset="0"/>
                <a:ea typeface="Courier New" charset="0"/>
                <a:cs typeface="Courier New" charset="0"/>
              </a:rPr>
              <a:t>(reconcile conflicts)</a:t>
            </a:r>
          </a:p>
        </p:txBody>
      </p:sp>
      <p:sp>
        <p:nvSpPr>
          <p:cNvPr id="41" name="Can 40"/>
          <p:cNvSpPr>
            <a:spLocks noChangeArrowheads="1"/>
          </p:cNvSpPr>
          <p:nvPr/>
        </p:nvSpPr>
        <p:spPr bwMode="auto">
          <a:xfrm>
            <a:off x="5421857" y="2486975"/>
            <a:ext cx="1067216" cy="1602256"/>
          </a:xfrm>
          <a:prstGeom prst="can">
            <a:avLst>
              <a:gd name="adj" fmla="val 24998"/>
            </a:avLst>
          </a:prstGeom>
          <a:solidFill>
            <a:schemeClr val="accent4"/>
          </a:solidFill>
          <a:ln>
            <a:noFill/>
          </a:ln>
          <a:effectLst>
            <a:outerShdw blurRad="40000" dist="23000" dir="5400000" rotWithShape="0">
              <a:srgbClr val="000000">
                <a:alpha val="34998"/>
              </a:srgbClr>
            </a:outerShdw>
          </a:effectLst>
          <a:extLst>
            <a:ext uri="{91240B29-F687-4f45-9708-019B960494DF}">
              <a14:hiddenLine xmlns="" xmlns:a14="http://schemas.microsoft.com/office/drawing/2010/main" w="9525">
                <a:solidFill>
                  <a:srgbClr val="000000"/>
                </a:solidFill>
                <a:round/>
                <a:headEnd/>
                <a:tailEnd/>
              </a14:hiddenLine>
            </a:ext>
          </a:extLst>
        </p:spPr>
        <p:txBody>
          <a:bodyPr/>
          <a:lstStyle/>
          <a:p>
            <a:pPr>
              <a:defRPr/>
            </a:pPr>
            <a:endParaRPr lang="en-US" sz="1400" dirty="0">
              <a:solidFill>
                <a:srgbClr val="FFFFFF"/>
              </a:solidFill>
            </a:endParaRPr>
          </a:p>
        </p:txBody>
      </p:sp>
      <p:sp>
        <p:nvSpPr>
          <p:cNvPr id="98" name="TextBox 97"/>
          <p:cNvSpPr txBox="1"/>
          <p:nvPr/>
        </p:nvSpPr>
        <p:spPr>
          <a:xfrm>
            <a:off x="2843725" y="5011962"/>
            <a:ext cx="3189208" cy="307777"/>
          </a:xfrm>
          <a:prstGeom prst="rect">
            <a:avLst/>
          </a:prstGeom>
          <a:noFill/>
        </p:spPr>
        <p:txBody>
          <a:bodyPr wrap="square">
            <a:spAutoFit/>
          </a:bodyPr>
          <a:lstStyle/>
          <a:p>
            <a:pPr>
              <a:defRPr/>
            </a:pPr>
            <a:r>
              <a:rPr lang="en-US" sz="1400" dirty="0" err="1">
                <a:latin typeface="Courier New" charset="0"/>
                <a:ea typeface="Courier New" charset="0"/>
                <a:cs typeface="Courier New" charset="0"/>
              </a:rPr>
              <a:t>gitk</a:t>
            </a:r>
            <a:r>
              <a:rPr lang="en-US" sz="1400" dirty="0">
                <a:latin typeface="Courier New" charset="0"/>
                <a:ea typeface="Courier New" charset="0"/>
                <a:cs typeface="Courier New" charset="0"/>
              </a:rPr>
              <a:t> </a:t>
            </a:r>
            <a:r>
              <a:rPr lang="en-US" sz="1400" dirty="0" err="1">
                <a:latin typeface="Courier New" charset="0"/>
                <a:ea typeface="Courier New" charset="0"/>
                <a:cs typeface="Courier New" charset="0"/>
              </a:rPr>
              <a:t>master..upstream</a:t>
            </a:r>
            <a:r>
              <a:rPr lang="en-US" sz="1400" b="1" dirty="0">
                <a:latin typeface="Courier New" charset="0"/>
                <a:ea typeface="Courier New" charset="0"/>
                <a:cs typeface="Courier New" charset="0"/>
              </a:rPr>
              <a:t>/</a:t>
            </a:r>
            <a:r>
              <a:rPr lang="en-US" sz="1400" dirty="0">
                <a:latin typeface="Courier New" charset="0"/>
                <a:ea typeface="Courier New" charset="0"/>
                <a:cs typeface="Courier New" charset="0"/>
              </a:rPr>
              <a:t>master</a:t>
            </a:r>
          </a:p>
        </p:txBody>
      </p:sp>
      <p:sp>
        <p:nvSpPr>
          <p:cNvPr id="43" name="TextBox 42"/>
          <p:cNvSpPr txBox="1"/>
          <p:nvPr/>
        </p:nvSpPr>
        <p:spPr>
          <a:xfrm>
            <a:off x="6026127" y="4810338"/>
            <a:ext cx="2600956" cy="297454"/>
          </a:xfrm>
          <a:prstGeom prst="rect">
            <a:avLst/>
          </a:prstGeom>
          <a:noFill/>
        </p:spPr>
        <p:txBody>
          <a:bodyPr wrap="square">
            <a:spAutoFit/>
          </a:bodyPr>
          <a:lstStyle/>
          <a:p>
            <a:pPr>
              <a:defRPr/>
            </a:pPr>
            <a:r>
              <a:rPr lang="en-US" sz="1333" dirty="0">
                <a:latin typeface="Courier New" charset="0"/>
                <a:ea typeface="Courier New" charset="0"/>
                <a:cs typeface="Courier New" charset="0"/>
              </a:rPr>
              <a:t>git remote –v  [</a:t>
            </a:r>
            <a:r>
              <a:rPr lang="en-US" sz="1333" dirty="0" err="1">
                <a:latin typeface="Courier New" charset="0"/>
                <a:ea typeface="Courier New" charset="0"/>
                <a:cs typeface="Courier New" charset="0"/>
              </a:rPr>
              <a:t>grv</a:t>
            </a:r>
            <a:r>
              <a:rPr lang="en-US" sz="1333" dirty="0">
                <a:latin typeface="Courier New" charset="0"/>
                <a:ea typeface="Courier New" charset="0"/>
                <a:cs typeface="Courier New" charset="0"/>
              </a:rPr>
              <a:t>]</a:t>
            </a:r>
          </a:p>
        </p:txBody>
      </p:sp>
      <p:sp>
        <p:nvSpPr>
          <p:cNvPr id="51" name="TextBox 50"/>
          <p:cNvSpPr txBox="1"/>
          <p:nvPr/>
        </p:nvSpPr>
        <p:spPr>
          <a:xfrm>
            <a:off x="5715752" y="2424029"/>
            <a:ext cx="474810" cy="338554"/>
          </a:xfrm>
          <a:prstGeom prst="rect">
            <a:avLst/>
          </a:prstGeom>
          <a:noFill/>
        </p:spPr>
        <p:txBody>
          <a:bodyPr wrap="none" rtlCol="0">
            <a:spAutoFit/>
          </a:bodyPr>
          <a:lstStyle/>
          <a:p>
            <a:r>
              <a:rPr lang="en-US" sz="1600" dirty="0"/>
              <a:t>.</a:t>
            </a:r>
            <a:r>
              <a:rPr lang="en-US" sz="1600" dirty="0" err="1"/>
              <a:t>git</a:t>
            </a:r>
            <a:endParaRPr lang="en-US" sz="1600" dirty="0"/>
          </a:p>
        </p:txBody>
      </p:sp>
      <p:cxnSp>
        <p:nvCxnSpPr>
          <p:cNvPr id="60" name="Straight Arrow Connector 59"/>
          <p:cNvCxnSpPr>
            <a:cxnSpLocks/>
          </p:cNvCxnSpPr>
          <p:nvPr/>
        </p:nvCxnSpPr>
        <p:spPr>
          <a:xfrm rot="16200000" flipH="1">
            <a:off x="4945195" y="2417431"/>
            <a:ext cx="228210" cy="1088010"/>
          </a:xfrm>
          <a:prstGeom prst="bentConnector2">
            <a:avLst/>
          </a:prstGeom>
          <a:ln>
            <a:solidFill>
              <a:schemeClr val="tx1"/>
            </a:solidFill>
            <a:tailEnd type="triangle" w="lg" len="lg"/>
          </a:ln>
          <a:effectLst/>
        </p:spPr>
        <p:style>
          <a:lnRef idx="2">
            <a:schemeClr val="accent1"/>
          </a:lnRef>
          <a:fillRef idx="0">
            <a:schemeClr val="accent1"/>
          </a:fillRef>
          <a:effectRef idx="1">
            <a:schemeClr val="accent1"/>
          </a:effectRef>
          <a:fontRef idx="minor">
            <a:schemeClr val="tx1"/>
          </a:fontRef>
        </p:style>
      </p:cxnSp>
      <p:sp>
        <p:nvSpPr>
          <p:cNvPr id="59" name="Rounded Rectangle 58"/>
          <p:cNvSpPr/>
          <p:nvPr/>
        </p:nvSpPr>
        <p:spPr>
          <a:xfrm>
            <a:off x="3936129" y="2636842"/>
            <a:ext cx="1158332" cy="268545"/>
          </a:xfrm>
          <a:prstGeom prst="roundRect">
            <a:avLst/>
          </a:prstGeom>
          <a:solidFill>
            <a:srgbClr val="92D050"/>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anchor="t"/>
          <a:lstStyle/>
          <a:p>
            <a:pPr algn="ctr">
              <a:defRPr/>
            </a:pPr>
            <a:endParaRPr lang="en-US" sz="1333" i="1" dirty="0">
              <a:solidFill>
                <a:schemeClr val="bg1"/>
              </a:solidFill>
              <a:latin typeface="Open Sans" charset="0"/>
              <a:ea typeface="ＭＳ Ｐゴシック" charset="0"/>
            </a:endParaRPr>
          </a:p>
          <a:p>
            <a:pPr algn="ctr">
              <a:defRPr/>
            </a:pPr>
            <a:endParaRPr lang="en-US" sz="1333" i="1" dirty="0">
              <a:solidFill>
                <a:schemeClr val="bg1"/>
              </a:solidFill>
              <a:latin typeface="Open Sans" charset="0"/>
              <a:ea typeface="ＭＳ Ｐゴシック" charset="0"/>
            </a:endParaRPr>
          </a:p>
        </p:txBody>
      </p:sp>
      <p:sp>
        <p:nvSpPr>
          <p:cNvPr id="102" name="TextBox 101"/>
          <p:cNvSpPr txBox="1"/>
          <p:nvPr/>
        </p:nvSpPr>
        <p:spPr>
          <a:xfrm>
            <a:off x="2945636" y="3147769"/>
            <a:ext cx="1837579" cy="307777"/>
          </a:xfrm>
          <a:prstGeom prst="rect">
            <a:avLst/>
          </a:prstGeom>
          <a:noFill/>
          <a:effectLst/>
        </p:spPr>
        <p:txBody>
          <a:bodyPr wrap="square" anchor="b">
            <a:spAutoFit/>
          </a:bodyPr>
          <a:lstStyle/>
          <a:p>
            <a:pPr>
              <a:defRPr/>
            </a:pPr>
            <a:r>
              <a:rPr lang="en-US" sz="1400" dirty="0" err="1">
                <a:latin typeface="Courier New" charset="0"/>
                <a:ea typeface="Courier New" charset="0"/>
                <a:cs typeface="Courier New" charset="0"/>
              </a:rPr>
              <a:t>git</a:t>
            </a:r>
            <a:r>
              <a:rPr lang="en-US" sz="1400" dirty="0">
                <a:latin typeface="Courier New" charset="0"/>
                <a:ea typeface="Courier New" charset="0"/>
                <a:cs typeface="Courier New" charset="0"/>
              </a:rPr>
              <a:t> add . </a:t>
            </a:r>
            <a:r>
              <a:rPr lang="mr-IN" sz="1400" dirty="0">
                <a:latin typeface="Courier New" charset="0"/>
                <a:ea typeface="Courier New" charset="0"/>
                <a:cs typeface="Courier New" charset="0"/>
              </a:rPr>
              <a:t>–</a:t>
            </a:r>
            <a:r>
              <a:rPr lang="en-US" sz="1400" dirty="0">
                <a:latin typeface="Courier New" charset="0"/>
                <a:ea typeface="Courier New" charset="0"/>
                <a:cs typeface="Courier New" charset="0"/>
              </a:rPr>
              <a:t>A </a:t>
            </a:r>
            <a:r>
              <a:rPr lang="mr-IN" sz="1400" dirty="0">
                <a:latin typeface="Courier New" charset="0"/>
                <a:ea typeface="Courier New" charset="0"/>
                <a:cs typeface="Courier New" charset="0"/>
              </a:rPr>
              <a:t>–</a:t>
            </a:r>
            <a:r>
              <a:rPr lang="en-US" sz="1400" dirty="0">
                <a:latin typeface="Courier New" charset="0"/>
                <a:ea typeface="Courier New" charset="0"/>
                <a:cs typeface="Courier New" charset="0"/>
              </a:rPr>
              <a:t>p</a:t>
            </a:r>
          </a:p>
        </p:txBody>
      </p:sp>
      <p:sp>
        <p:nvSpPr>
          <p:cNvPr id="82" name="TextBox 81"/>
          <p:cNvSpPr txBox="1"/>
          <p:nvPr/>
        </p:nvSpPr>
        <p:spPr>
          <a:xfrm>
            <a:off x="2881679" y="2088938"/>
            <a:ext cx="1798368" cy="307777"/>
          </a:xfrm>
          <a:prstGeom prst="rect">
            <a:avLst/>
          </a:prstGeom>
          <a:noFill/>
          <a:effectLst/>
        </p:spPr>
        <p:txBody>
          <a:bodyPr wrap="square" anchor="b">
            <a:spAutoFit/>
          </a:bodyPr>
          <a:lstStyle/>
          <a:p>
            <a:pPr>
              <a:defRPr/>
            </a:pPr>
            <a:r>
              <a:rPr lang="en-US" sz="1400" dirty="0">
                <a:latin typeface="Courier New" charset="0"/>
                <a:ea typeface="Courier New" charset="0"/>
                <a:cs typeface="Courier New" charset="0"/>
              </a:rPr>
              <a:t>(vim README.md)</a:t>
            </a:r>
          </a:p>
        </p:txBody>
      </p:sp>
      <p:sp>
        <p:nvSpPr>
          <p:cNvPr id="5" name="TextBox 4"/>
          <p:cNvSpPr txBox="1"/>
          <p:nvPr/>
        </p:nvSpPr>
        <p:spPr>
          <a:xfrm>
            <a:off x="1360406" y="216748"/>
            <a:ext cx="1103146" cy="338554"/>
          </a:xfrm>
          <a:prstGeom prst="rect">
            <a:avLst/>
          </a:prstGeom>
          <a:noFill/>
        </p:spPr>
        <p:txBody>
          <a:bodyPr wrap="square" rtlCol="0">
            <a:spAutoFit/>
          </a:bodyPr>
          <a:lstStyle/>
          <a:p>
            <a:r>
              <a:rPr lang="en-US" sz="1600" i="1" dirty="0">
                <a:solidFill>
                  <a:schemeClr val="bg1">
                    <a:lumMod val="65000"/>
                  </a:schemeClr>
                </a:solidFill>
              </a:rPr>
              <a:t>Terminal</a:t>
            </a:r>
          </a:p>
        </p:txBody>
      </p:sp>
      <p:sp>
        <p:nvSpPr>
          <p:cNvPr id="78" name="Can 77"/>
          <p:cNvSpPr>
            <a:spLocks noChangeArrowheads="1"/>
          </p:cNvSpPr>
          <p:nvPr/>
        </p:nvSpPr>
        <p:spPr bwMode="auto">
          <a:xfrm>
            <a:off x="5548778" y="3383410"/>
            <a:ext cx="832368" cy="198400"/>
          </a:xfrm>
          <a:prstGeom prst="can">
            <a:avLst>
              <a:gd name="adj" fmla="val 24998"/>
            </a:avLst>
          </a:prstGeom>
          <a:solidFill>
            <a:srgbClr val="92D050"/>
          </a:solidFill>
          <a:ln>
            <a:solidFill>
              <a:schemeClr val="bg1"/>
            </a:solidFill>
          </a:ln>
          <a:effectLst>
            <a:outerShdw blurRad="40000" dist="23000" dir="5400000" rotWithShape="0">
              <a:srgbClr val="000000">
                <a:alpha val="34998"/>
              </a:srgbClr>
            </a:outerShdw>
          </a:effectLst>
          <a:extLst>
            <a:ext uri="{91240B29-F687-4f45-9708-019B960494DF}">
              <a14:hiddenLine xmlns="" xmlns:a14="http://schemas.microsoft.com/office/drawing/2010/main" w="9525">
                <a:solidFill>
                  <a:srgbClr val="000000"/>
                </a:solidFill>
                <a:round/>
                <a:headEnd/>
                <a:tailEnd/>
              </a14:hiddenLine>
            </a:ext>
          </a:extLst>
        </p:spPr>
        <p:txBody>
          <a:bodyPr/>
          <a:lstStyle/>
          <a:p>
            <a:pPr algn="ctr">
              <a:defRPr/>
            </a:pPr>
            <a:endParaRPr lang="en-US" sz="1400" dirty="0">
              <a:solidFill>
                <a:srgbClr val="FFFFFF"/>
              </a:solidFill>
            </a:endParaRPr>
          </a:p>
        </p:txBody>
      </p:sp>
      <p:sp>
        <p:nvSpPr>
          <p:cNvPr id="64" name="TextBox 63"/>
          <p:cNvSpPr txBox="1"/>
          <p:nvPr/>
        </p:nvSpPr>
        <p:spPr>
          <a:xfrm>
            <a:off x="3238147" y="1269192"/>
            <a:ext cx="5321908" cy="307777"/>
          </a:xfrm>
          <a:prstGeom prst="rect">
            <a:avLst/>
          </a:prstGeom>
          <a:noFill/>
          <a:effectLst/>
        </p:spPr>
        <p:txBody>
          <a:bodyPr wrap="square">
            <a:spAutoFit/>
          </a:bodyPr>
          <a:lstStyle/>
          <a:p>
            <a:pPr>
              <a:defRPr/>
            </a:pPr>
            <a:r>
              <a:rPr lang="en-US" sz="1400" dirty="0">
                <a:latin typeface="Courier New" charset="0"/>
                <a:ea typeface="Courier New" charset="0"/>
                <a:cs typeface="Courier New" charset="0"/>
              </a:rPr>
              <a:t>git clone    </a:t>
            </a:r>
            <a:r>
              <a:rPr lang="en-US" sz="1400" b="1" dirty="0" err="1">
                <a:latin typeface="Courier New" charset="0"/>
                <a:ea typeface="Courier New" charset="0"/>
                <a:cs typeface="Courier New" charset="0"/>
              </a:rPr>
              <a:t>git@</a:t>
            </a:r>
            <a:r>
              <a:rPr lang="en-US" sz="1400" dirty="0" err="1">
                <a:latin typeface="Courier New" charset="0"/>
                <a:ea typeface="Courier New" charset="0"/>
                <a:cs typeface="Courier New" charset="0"/>
              </a:rPr>
              <a:t>github.com:</a:t>
            </a:r>
            <a:r>
              <a:rPr lang="en-US" sz="1400" b="1" i="1" dirty="0" err="1">
                <a:latin typeface="Courier New" charset="0"/>
                <a:ea typeface="Courier New" charset="0"/>
                <a:cs typeface="Courier New" charset="0"/>
              </a:rPr>
              <a:t>myacct</a:t>
            </a:r>
            <a:r>
              <a:rPr lang="en-US" sz="1400" dirty="0">
                <a:latin typeface="Courier New" charset="0"/>
                <a:ea typeface="Courier New" charset="0"/>
                <a:cs typeface="Courier New" charset="0"/>
              </a:rPr>
              <a:t>/</a:t>
            </a:r>
            <a:r>
              <a:rPr lang="en-US" sz="1400" i="1" dirty="0">
                <a:latin typeface="Courier New" charset="0"/>
                <a:ea typeface="Courier New" charset="0"/>
                <a:cs typeface="Courier New" charset="0"/>
              </a:rPr>
              <a:t>some-repo</a:t>
            </a:r>
          </a:p>
        </p:txBody>
      </p:sp>
      <p:sp>
        <p:nvSpPr>
          <p:cNvPr id="66" name="TextBox 65"/>
          <p:cNvSpPr txBox="1"/>
          <p:nvPr/>
        </p:nvSpPr>
        <p:spPr>
          <a:xfrm>
            <a:off x="4988270" y="2058742"/>
            <a:ext cx="2332607" cy="297454"/>
          </a:xfrm>
          <a:prstGeom prst="rect">
            <a:avLst/>
          </a:prstGeom>
          <a:noFill/>
        </p:spPr>
        <p:txBody>
          <a:bodyPr wrap="square">
            <a:spAutoFit/>
          </a:bodyPr>
          <a:lstStyle/>
          <a:p>
            <a:pPr>
              <a:defRPr/>
            </a:pPr>
            <a:r>
              <a:rPr lang="en-US" sz="1333" dirty="0">
                <a:latin typeface="Courier New" charset="0"/>
                <a:ea typeface="Courier New" charset="0"/>
                <a:cs typeface="Courier New" charset="0"/>
              </a:rPr>
              <a:t>git branch –</a:t>
            </a:r>
            <a:r>
              <a:rPr lang="en-US" sz="1333" dirty="0" err="1">
                <a:latin typeface="Courier New" charset="0"/>
                <a:ea typeface="Courier New" charset="0"/>
                <a:cs typeface="Courier New" charset="0"/>
              </a:rPr>
              <a:t>avv</a:t>
            </a:r>
            <a:r>
              <a:rPr lang="en-US" sz="1333" dirty="0">
                <a:latin typeface="Courier New" charset="0"/>
                <a:ea typeface="Courier New" charset="0"/>
                <a:cs typeface="Courier New" charset="0"/>
              </a:rPr>
              <a:t> [</a:t>
            </a:r>
            <a:r>
              <a:rPr lang="en-US" sz="1333" dirty="0" err="1">
                <a:latin typeface="Courier New" charset="0"/>
                <a:ea typeface="Courier New" charset="0"/>
                <a:cs typeface="Courier New" charset="0"/>
              </a:rPr>
              <a:t>gb</a:t>
            </a:r>
            <a:r>
              <a:rPr lang="en-US" sz="1333" dirty="0">
                <a:latin typeface="Courier New" charset="0"/>
                <a:ea typeface="Courier New" charset="0"/>
                <a:cs typeface="Courier New" charset="0"/>
              </a:rPr>
              <a:t>]</a:t>
            </a:r>
          </a:p>
        </p:txBody>
      </p:sp>
      <p:sp>
        <p:nvSpPr>
          <p:cNvPr id="77" name="TextBox 76"/>
          <p:cNvSpPr txBox="1"/>
          <p:nvPr/>
        </p:nvSpPr>
        <p:spPr>
          <a:xfrm>
            <a:off x="4984602" y="2209559"/>
            <a:ext cx="2741364" cy="307777"/>
          </a:xfrm>
          <a:prstGeom prst="rect">
            <a:avLst/>
          </a:prstGeom>
          <a:noFill/>
        </p:spPr>
        <p:txBody>
          <a:bodyPr wrap="square">
            <a:spAutoFit/>
          </a:bodyPr>
          <a:lstStyle/>
          <a:p>
            <a:pPr>
              <a:defRPr/>
            </a:pPr>
            <a:r>
              <a:rPr lang="en-US" sz="1400" dirty="0" err="1">
                <a:latin typeface="Courier New" charset="0"/>
                <a:ea typeface="Courier New" charset="0"/>
                <a:cs typeface="Courier New" charset="0"/>
              </a:rPr>
              <a:t>git</a:t>
            </a:r>
            <a:r>
              <a:rPr lang="en-US" sz="1400" dirty="0">
                <a:latin typeface="Courier New" charset="0"/>
                <a:ea typeface="Courier New" charset="0"/>
                <a:cs typeface="Courier New" charset="0"/>
              </a:rPr>
              <a:t> checkout </a:t>
            </a:r>
            <a:r>
              <a:rPr lang="mr-IN" sz="1400" dirty="0">
                <a:latin typeface="Courier New" charset="0"/>
                <a:ea typeface="Courier New" charset="0"/>
                <a:cs typeface="Courier New" charset="0"/>
              </a:rPr>
              <a:t>–</a:t>
            </a:r>
            <a:r>
              <a:rPr lang="en-US" sz="1400" dirty="0">
                <a:latin typeface="Courier New" charset="0"/>
                <a:ea typeface="Courier New" charset="0"/>
                <a:cs typeface="Courier New" charset="0"/>
              </a:rPr>
              <a:t>b </a:t>
            </a:r>
            <a:r>
              <a:rPr lang="en-US" sz="1400" i="1" dirty="0">
                <a:latin typeface="Courier New" charset="0"/>
                <a:ea typeface="Courier New" charset="0"/>
                <a:cs typeface="Courier New" charset="0"/>
              </a:rPr>
              <a:t>feat1</a:t>
            </a:r>
          </a:p>
        </p:txBody>
      </p:sp>
      <p:sp>
        <p:nvSpPr>
          <p:cNvPr id="99" name="TextBox 98"/>
          <p:cNvSpPr txBox="1"/>
          <p:nvPr/>
        </p:nvSpPr>
        <p:spPr>
          <a:xfrm>
            <a:off x="6591927" y="2805839"/>
            <a:ext cx="2241707" cy="307777"/>
          </a:xfrm>
          <a:prstGeom prst="rect">
            <a:avLst/>
          </a:prstGeom>
          <a:noFill/>
          <a:effectLst/>
        </p:spPr>
        <p:txBody>
          <a:bodyPr wrap="square" anchor="b">
            <a:spAutoFit/>
          </a:bodyPr>
          <a:lstStyle/>
          <a:p>
            <a:pPr>
              <a:defRPr/>
            </a:pPr>
            <a:r>
              <a:rPr lang="en-US" sz="1400" dirty="0">
                <a:latin typeface="Courier New" charset="0"/>
                <a:ea typeface="Courier New" charset="0"/>
                <a:cs typeface="Courier New" charset="0"/>
              </a:rPr>
              <a:t>git commit </a:t>
            </a:r>
            <a:r>
              <a:rPr lang="mr-IN" sz="1400" dirty="0">
                <a:latin typeface="Courier New" charset="0"/>
                <a:ea typeface="Courier New" charset="0"/>
                <a:cs typeface="Courier New" charset="0"/>
              </a:rPr>
              <a:t>–</a:t>
            </a:r>
            <a:r>
              <a:rPr lang="en-US" sz="1400" dirty="0">
                <a:latin typeface="Courier New" charset="0"/>
                <a:ea typeface="Courier New" charset="0"/>
                <a:cs typeface="Courier New" charset="0"/>
              </a:rPr>
              <a:t>m"?"</a:t>
            </a:r>
          </a:p>
        </p:txBody>
      </p:sp>
      <p:sp>
        <p:nvSpPr>
          <p:cNvPr id="101" name="TextBox 100"/>
          <p:cNvSpPr txBox="1"/>
          <p:nvPr/>
        </p:nvSpPr>
        <p:spPr>
          <a:xfrm>
            <a:off x="6591927" y="3151911"/>
            <a:ext cx="2786351" cy="297454"/>
          </a:xfrm>
          <a:prstGeom prst="rect">
            <a:avLst/>
          </a:prstGeom>
          <a:noFill/>
          <a:effectLst/>
        </p:spPr>
        <p:txBody>
          <a:bodyPr wrap="square" anchor="b">
            <a:spAutoFit/>
          </a:bodyPr>
          <a:lstStyle/>
          <a:p>
            <a:pPr>
              <a:defRPr/>
            </a:pPr>
            <a:r>
              <a:rPr lang="en-US" sz="1333" dirty="0">
                <a:latin typeface="Courier New" charset="0"/>
                <a:ea typeface="Courier New" charset="0"/>
                <a:cs typeface="Courier New" charset="0"/>
              </a:rPr>
              <a:t>git push origin </a:t>
            </a:r>
            <a:r>
              <a:rPr lang="en-US" sz="1333" i="1" dirty="0">
                <a:latin typeface="Courier New" charset="0"/>
                <a:ea typeface="Courier New" charset="0"/>
                <a:cs typeface="Courier New" charset="0"/>
              </a:rPr>
              <a:t>feat1</a:t>
            </a:r>
          </a:p>
        </p:txBody>
      </p:sp>
      <p:sp>
        <p:nvSpPr>
          <p:cNvPr id="58" name="TextBox 57"/>
          <p:cNvSpPr txBox="1"/>
          <p:nvPr/>
        </p:nvSpPr>
        <p:spPr>
          <a:xfrm>
            <a:off x="6647497" y="1421019"/>
            <a:ext cx="2241707" cy="297454"/>
          </a:xfrm>
          <a:prstGeom prst="rect">
            <a:avLst/>
          </a:prstGeom>
          <a:noFill/>
        </p:spPr>
        <p:txBody>
          <a:bodyPr wrap="square">
            <a:spAutoFit/>
          </a:bodyPr>
          <a:lstStyle/>
          <a:p>
            <a:pPr>
              <a:defRPr/>
            </a:pPr>
            <a:r>
              <a:rPr lang="en-US" sz="1333" dirty="0">
                <a:latin typeface="Courier New" charset="0"/>
                <a:ea typeface="Courier New" charset="0"/>
                <a:cs typeface="Courier New" charset="0"/>
              </a:rPr>
              <a:t>cd </a:t>
            </a:r>
            <a:r>
              <a:rPr lang="en-US" sz="1333" i="1" dirty="0">
                <a:latin typeface="Courier New" charset="0"/>
                <a:ea typeface="Courier New" charset="0"/>
                <a:cs typeface="Courier New" charset="0"/>
              </a:rPr>
              <a:t>some-repo</a:t>
            </a:r>
          </a:p>
        </p:txBody>
      </p:sp>
      <p:sp>
        <p:nvSpPr>
          <p:cNvPr id="61" name="TextBox 60"/>
          <p:cNvSpPr txBox="1"/>
          <p:nvPr/>
        </p:nvSpPr>
        <p:spPr>
          <a:xfrm>
            <a:off x="2919244" y="2388061"/>
            <a:ext cx="2833817" cy="307777"/>
          </a:xfrm>
          <a:prstGeom prst="rect">
            <a:avLst/>
          </a:prstGeom>
          <a:noFill/>
          <a:effectLst/>
        </p:spPr>
        <p:txBody>
          <a:bodyPr wrap="square" anchor="b">
            <a:spAutoFit/>
          </a:bodyPr>
          <a:lstStyle/>
          <a:p>
            <a:pPr>
              <a:defRPr/>
            </a:pPr>
            <a:r>
              <a:rPr lang="en-US" sz="1400" dirty="0">
                <a:latin typeface="Courier New" charset="0"/>
                <a:ea typeface="Courier New" charset="0"/>
                <a:cs typeface="Courier New" charset="0"/>
              </a:rPr>
              <a:t>git status –s -b [</a:t>
            </a:r>
            <a:r>
              <a:rPr lang="en-US" sz="1400" dirty="0" err="1">
                <a:latin typeface="Courier New" charset="0"/>
                <a:ea typeface="Courier New" charset="0"/>
                <a:cs typeface="Courier New" charset="0"/>
              </a:rPr>
              <a:t>gsl</a:t>
            </a:r>
            <a:r>
              <a:rPr lang="en-US" sz="1400" dirty="0">
                <a:latin typeface="Courier New" charset="0"/>
                <a:ea typeface="Courier New" charset="0"/>
                <a:cs typeface="Courier New" charset="0"/>
              </a:rPr>
              <a:t>]</a:t>
            </a:r>
          </a:p>
        </p:txBody>
      </p:sp>
      <p:sp>
        <p:nvSpPr>
          <p:cNvPr id="63" name="TextBox 62"/>
          <p:cNvSpPr txBox="1"/>
          <p:nvPr/>
        </p:nvSpPr>
        <p:spPr>
          <a:xfrm>
            <a:off x="2948157" y="3259058"/>
            <a:ext cx="2040407" cy="307777"/>
          </a:xfrm>
          <a:prstGeom prst="rect">
            <a:avLst/>
          </a:prstGeom>
          <a:noFill/>
          <a:effectLst/>
        </p:spPr>
        <p:txBody>
          <a:bodyPr wrap="square" anchor="b">
            <a:spAutoFit/>
          </a:bodyPr>
          <a:lstStyle/>
          <a:p>
            <a:pPr>
              <a:defRPr/>
            </a:pPr>
            <a:r>
              <a:rPr lang="en-US" sz="1400" dirty="0">
                <a:latin typeface="Courier New" charset="0"/>
                <a:ea typeface="Courier New" charset="0"/>
                <a:cs typeface="Courier New" charset="0"/>
              </a:rPr>
              <a:t>git reflog  [grl]</a:t>
            </a:r>
          </a:p>
        </p:txBody>
      </p:sp>
      <p:sp>
        <p:nvSpPr>
          <p:cNvPr id="75" name="TextBox 74"/>
          <p:cNvSpPr txBox="1"/>
          <p:nvPr/>
        </p:nvSpPr>
        <p:spPr>
          <a:xfrm>
            <a:off x="9680064" y="4204449"/>
            <a:ext cx="750526" cy="338554"/>
          </a:xfrm>
          <a:prstGeom prst="rect">
            <a:avLst/>
          </a:prstGeom>
          <a:noFill/>
        </p:spPr>
        <p:txBody>
          <a:bodyPr wrap="none" anchor="t">
            <a:spAutoFit/>
          </a:bodyPr>
          <a:lstStyle/>
          <a:p>
            <a:pPr algn="r">
              <a:defRPr/>
            </a:pPr>
            <a:r>
              <a:rPr lang="en-US" sz="1600" b="1" dirty="0">
                <a:solidFill>
                  <a:schemeClr val="bg1">
                    <a:lumMod val="65000"/>
                  </a:schemeClr>
                </a:solidFill>
              </a:rPr>
              <a:t>Merge</a:t>
            </a:r>
          </a:p>
        </p:txBody>
      </p:sp>
      <p:sp>
        <p:nvSpPr>
          <p:cNvPr id="76" name="TextBox 75"/>
          <p:cNvSpPr txBox="1"/>
          <p:nvPr/>
        </p:nvSpPr>
        <p:spPr>
          <a:xfrm>
            <a:off x="9313086" y="5224794"/>
            <a:ext cx="545342" cy="338554"/>
          </a:xfrm>
          <a:prstGeom prst="rect">
            <a:avLst/>
          </a:prstGeom>
          <a:noFill/>
        </p:spPr>
        <p:txBody>
          <a:bodyPr wrap="none">
            <a:spAutoFit/>
          </a:bodyPr>
          <a:lstStyle/>
          <a:p>
            <a:pPr>
              <a:defRPr/>
            </a:pPr>
            <a:r>
              <a:rPr lang="en-US" sz="1600" b="1" dirty="0">
                <a:solidFill>
                  <a:schemeClr val="bg1">
                    <a:lumMod val="65000"/>
                  </a:schemeClr>
                </a:solidFill>
              </a:rPr>
              <a:t>Edit</a:t>
            </a:r>
          </a:p>
        </p:txBody>
      </p:sp>
      <p:sp>
        <p:nvSpPr>
          <p:cNvPr id="84" name="TextBox 83"/>
          <p:cNvSpPr txBox="1"/>
          <p:nvPr/>
        </p:nvSpPr>
        <p:spPr>
          <a:xfrm>
            <a:off x="2843725" y="5490715"/>
            <a:ext cx="3283259" cy="307777"/>
          </a:xfrm>
          <a:prstGeom prst="rect">
            <a:avLst/>
          </a:prstGeom>
          <a:noFill/>
        </p:spPr>
        <p:txBody>
          <a:bodyPr wrap="square">
            <a:spAutoFit/>
          </a:bodyPr>
          <a:lstStyle/>
          <a:p>
            <a:pPr>
              <a:defRPr/>
            </a:pPr>
            <a:r>
              <a:rPr lang="en-US" sz="1400" dirty="0">
                <a:latin typeface="Courier New" charset="0"/>
                <a:ea typeface="Courier New" charset="0"/>
                <a:cs typeface="Courier New" charset="0"/>
              </a:rPr>
              <a:t>git push –u origin master</a:t>
            </a:r>
          </a:p>
        </p:txBody>
      </p:sp>
      <p:sp>
        <p:nvSpPr>
          <p:cNvPr id="87" name="TextBox 86"/>
          <p:cNvSpPr txBox="1"/>
          <p:nvPr/>
        </p:nvSpPr>
        <p:spPr>
          <a:xfrm>
            <a:off x="4891861" y="1909782"/>
            <a:ext cx="2637693" cy="307777"/>
          </a:xfrm>
          <a:prstGeom prst="rect">
            <a:avLst/>
          </a:prstGeom>
          <a:noFill/>
        </p:spPr>
        <p:txBody>
          <a:bodyPr wrap="square">
            <a:spAutoFit/>
          </a:bodyPr>
          <a:lstStyle/>
          <a:p>
            <a:pPr>
              <a:defRPr/>
            </a:pPr>
            <a:r>
              <a:rPr lang="en-US" sz="1333" dirty="0">
                <a:latin typeface="Courier New" charset="0"/>
                <a:ea typeface="Courier New" charset="0"/>
                <a:cs typeface="Courier New" charset="0"/>
              </a:rPr>
              <a:t>(</a:t>
            </a:r>
            <a:r>
              <a:rPr lang="en-US" sz="1333" dirty="0" err="1">
                <a:latin typeface="Courier New" charset="0"/>
                <a:ea typeface="Courier New" charset="0"/>
                <a:cs typeface="Courier New" charset="0"/>
              </a:rPr>
              <a:t>git</a:t>
            </a:r>
            <a:r>
              <a:rPr lang="en-US" sz="1333" dirty="0">
                <a:latin typeface="Courier New" charset="0"/>
                <a:ea typeface="Courier New" charset="0"/>
                <a:cs typeface="Courier New" charset="0"/>
              </a:rPr>
              <a:t> checkout </a:t>
            </a:r>
            <a:r>
              <a:rPr lang="en-US" sz="1400" dirty="0">
                <a:latin typeface="Courier New" charset="0"/>
                <a:ea typeface="Courier New" charset="0"/>
                <a:cs typeface="Courier New" charset="0"/>
              </a:rPr>
              <a:t>master</a:t>
            </a:r>
            <a:r>
              <a:rPr lang="en-US" sz="1333" dirty="0">
                <a:latin typeface="Courier New" charset="0"/>
                <a:ea typeface="Courier New" charset="0"/>
                <a:cs typeface="Courier New" charset="0"/>
              </a:rPr>
              <a:t>)</a:t>
            </a:r>
          </a:p>
        </p:txBody>
      </p:sp>
      <p:sp>
        <p:nvSpPr>
          <p:cNvPr id="27" name="Rectangle 26"/>
          <p:cNvSpPr/>
          <p:nvPr/>
        </p:nvSpPr>
        <p:spPr>
          <a:xfrm>
            <a:off x="3954013" y="2620773"/>
            <a:ext cx="1117614" cy="297454"/>
          </a:xfrm>
          <a:prstGeom prst="rect">
            <a:avLst/>
          </a:prstGeom>
        </p:spPr>
        <p:txBody>
          <a:bodyPr wrap="none">
            <a:spAutoFit/>
          </a:bodyPr>
          <a:lstStyle/>
          <a:p>
            <a:pPr algn="ctr">
              <a:defRPr/>
            </a:pPr>
            <a:r>
              <a:rPr lang="en-US" sz="1333" dirty="0">
                <a:solidFill>
                  <a:schemeClr val="bg1"/>
                </a:solidFill>
              </a:rPr>
              <a:t>README.md</a:t>
            </a:r>
            <a:endParaRPr lang="en-US" sz="1467" dirty="0">
              <a:solidFill>
                <a:schemeClr val="bg1"/>
              </a:solidFill>
            </a:endParaRPr>
          </a:p>
        </p:txBody>
      </p:sp>
      <p:sp>
        <p:nvSpPr>
          <p:cNvPr id="65" name="TextBox 64"/>
          <p:cNvSpPr txBox="1"/>
          <p:nvPr/>
        </p:nvSpPr>
        <p:spPr>
          <a:xfrm>
            <a:off x="6591927" y="4128064"/>
            <a:ext cx="2823767" cy="297454"/>
          </a:xfrm>
          <a:prstGeom prst="rect">
            <a:avLst/>
          </a:prstGeom>
          <a:noFill/>
        </p:spPr>
        <p:txBody>
          <a:bodyPr wrap="square">
            <a:spAutoFit/>
          </a:bodyPr>
          <a:lstStyle/>
          <a:p>
            <a:pPr>
              <a:defRPr/>
            </a:pPr>
            <a:r>
              <a:rPr lang="en-US" sz="1333" dirty="0" err="1">
                <a:latin typeface="Courier New" charset="0"/>
                <a:ea typeface="Courier New" charset="0"/>
                <a:cs typeface="Courier New" charset="0"/>
              </a:rPr>
              <a:t>git</a:t>
            </a:r>
            <a:r>
              <a:rPr lang="en-US" sz="1333" dirty="0">
                <a:latin typeface="Courier New" charset="0"/>
                <a:ea typeface="Courier New" charset="0"/>
                <a:cs typeface="Courier New" charset="0"/>
              </a:rPr>
              <a:t> push origin </a:t>
            </a:r>
            <a:r>
              <a:rPr lang="en-US" sz="1333" b="1" dirty="0">
                <a:latin typeface="Courier New" charset="0"/>
                <a:ea typeface="Courier New" charset="0"/>
                <a:cs typeface="Courier New" charset="0"/>
              </a:rPr>
              <a:t>:</a:t>
            </a:r>
            <a:r>
              <a:rPr lang="en-US" sz="1333" i="1" dirty="0">
                <a:latin typeface="Courier New" charset="0"/>
                <a:ea typeface="Courier New" charset="0"/>
                <a:cs typeface="Courier New" charset="0"/>
              </a:rPr>
              <a:t>feat1</a:t>
            </a:r>
          </a:p>
        </p:txBody>
      </p:sp>
      <p:sp>
        <p:nvSpPr>
          <p:cNvPr id="74" name="TextBox 73"/>
          <p:cNvSpPr txBox="1"/>
          <p:nvPr/>
        </p:nvSpPr>
        <p:spPr>
          <a:xfrm>
            <a:off x="6591927" y="3964077"/>
            <a:ext cx="2823767" cy="297454"/>
          </a:xfrm>
          <a:prstGeom prst="rect">
            <a:avLst/>
          </a:prstGeom>
          <a:noFill/>
        </p:spPr>
        <p:txBody>
          <a:bodyPr wrap="square">
            <a:spAutoFit/>
          </a:bodyPr>
          <a:lstStyle/>
          <a:p>
            <a:pPr>
              <a:defRPr/>
            </a:pPr>
            <a:r>
              <a:rPr lang="en-US" sz="1333" dirty="0" err="1">
                <a:latin typeface="Courier New" charset="0"/>
                <a:ea typeface="Courier New" charset="0"/>
                <a:cs typeface="Courier New" charset="0"/>
              </a:rPr>
              <a:t>git</a:t>
            </a:r>
            <a:r>
              <a:rPr lang="en-US" sz="1333" dirty="0">
                <a:latin typeface="Courier New" charset="0"/>
                <a:ea typeface="Courier New" charset="0"/>
                <a:cs typeface="Courier New" charset="0"/>
              </a:rPr>
              <a:t> branch </a:t>
            </a:r>
            <a:r>
              <a:rPr lang="mr-IN" sz="1333" dirty="0">
                <a:latin typeface="Courier New" charset="0"/>
                <a:ea typeface="Courier New" charset="0"/>
                <a:cs typeface="Courier New" charset="0"/>
              </a:rPr>
              <a:t>–</a:t>
            </a:r>
            <a:r>
              <a:rPr lang="en-US" sz="1333" dirty="0">
                <a:latin typeface="Courier New" charset="0"/>
                <a:ea typeface="Courier New" charset="0"/>
                <a:cs typeface="Courier New" charset="0"/>
              </a:rPr>
              <a:t>d </a:t>
            </a:r>
            <a:r>
              <a:rPr lang="en-US" sz="1333" i="1" dirty="0">
                <a:latin typeface="Courier New" charset="0"/>
                <a:ea typeface="Courier New" charset="0"/>
                <a:cs typeface="Courier New" charset="0"/>
              </a:rPr>
              <a:t>feat1</a:t>
            </a:r>
          </a:p>
        </p:txBody>
      </p:sp>
      <p:sp>
        <p:nvSpPr>
          <p:cNvPr id="104" name="TextBox 103"/>
          <p:cNvSpPr txBox="1"/>
          <p:nvPr/>
        </p:nvSpPr>
        <p:spPr>
          <a:xfrm>
            <a:off x="6972312" y="1662724"/>
            <a:ext cx="1704705" cy="307777"/>
          </a:xfrm>
          <a:prstGeom prst="rect">
            <a:avLst/>
          </a:prstGeom>
          <a:noFill/>
        </p:spPr>
        <p:txBody>
          <a:bodyPr wrap="square" rtlCol="0">
            <a:spAutoFit/>
          </a:bodyPr>
          <a:lstStyle/>
          <a:p>
            <a:r>
              <a:rPr lang="en-US" sz="1400" i="1" dirty="0">
                <a:solidFill>
                  <a:schemeClr val="bg1">
                    <a:lumMod val="65000"/>
                  </a:schemeClr>
                </a:solidFill>
              </a:rPr>
              <a:t>some-repo  folder</a:t>
            </a:r>
            <a:endParaRPr lang="en-US" sz="1400" dirty="0">
              <a:solidFill>
                <a:schemeClr val="bg1">
                  <a:lumMod val="65000"/>
                </a:schemeClr>
              </a:solidFill>
            </a:endParaRPr>
          </a:p>
        </p:txBody>
      </p:sp>
      <p:sp>
        <p:nvSpPr>
          <p:cNvPr id="107" name="TextBox 106"/>
          <p:cNvSpPr txBox="1"/>
          <p:nvPr/>
        </p:nvSpPr>
        <p:spPr>
          <a:xfrm>
            <a:off x="2955921" y="3425681"/>
            <a:ext cx="2271060" cy="307777"/>
          </a:xfrm>
          <a:prstGeom prst="rect">
            <a:avLst/>
          </a:prstGeom>
          <a:noFill/>
          <a:effectLst/>
        </p:spPr>
        <p:txBody>
          <a:bodyPr wrap="square" anchor="b">
            <a:spAutoFit/>
          </a:bodyPr>
          <a:lstStyle/>
          <a:p>
            <a:pPr>
              <a:defRPr/>
            </a:pPr>
            <a:r>
              <a:rPr lang="en-US" sz="1400" dirty="0">
                <a:latin typeface="Courier New" charset="0"/>
                <a:ea typeface="Courier New" charset="0"/>
                <a:cs typeface="Courier New" charset="0"/>
              </a:rPr>
              <a:t>git log     [</a:t>
            </a:r>
            <a:r>
              <a:rPr lang="en-US" sz="1400" dirty="0" err="1">
                <a:latin typeface="Courier New" charset="0"/>
                <a:ea typeface="Courier New" charset="0"/>
                <a:cs typeface="Courier New" charset="0"/>
              </a:rPr>
              <a:t>gl</a:t>
            </a:r>
            <a:r>
              <a:rPr lang="en-US" sz="1400" dirty="0">
                <a:latin typeface="Courier New" charset="0"/>
                <a:ea typeface="Courier New" charset="0"/>
                <a:cs typeface="Courier New" charset="0"/>
              </a:rPr>
              <a:t>]</a:t>
            </a:r>
          </a:p>
        </p:txBody>
      </p:sp>
      <p:sp>
        <p:nvSpPr>
          <p:cNvPr id="108" name="TextBox 107"/>
          <p:cNvSpPr txBox="1"/>
          <p:nvPr/>
        </p:nvSpPr>
        <p:spPr>
          <a:xfrm>
            <a:off x="6591927" y="2983610"/>
            <a:ext cx="2597201" cy="297454"/>
          </a:xfrm>
          <a:prstGeom prst="rect">
            <a:avLst/>
          </a:prstGeom>
          <a:noFill/>
          <a:effectLst/>
        </p:spPr>
        <p:txBody>
          <a:bodyPr wrap="square" anchor="b">
            <a:spAutoFit/>
          </a:bodyPr>
          <a:lstStyle/>
          <a:p>
            <a:pPr>
              <a:defRPr/>
            </a:pPr>
            <a:r>
              <a:rPr lang="en-US" sz="1333" dirty="0">
                <a:latin typeface="Courier New" charset="0"/>
                <a:ea typeface="Courier New" charset="0"/>
                <a:cs typeface="Courier New" charset="0"/>
              </a:rPr>
              <a:t>git rebase –</a:t>
            </a:r>
            <a:r>
              <a:rPr lang="en-US" sz="1333" dirty="0" err="1">
                <a:latin typeface="Courier New" charset="0"/>
                <a:ea typeface="Courier New" charset="0"/>
                <a:cs typeface="Courier New" charset="0"/>
              </a:rPr>
              <a:t>i</a:t>
            </a:r>
            <a:r>
              <a:rPr lang="en-US" sz="1333" dirty="0">
                <a:latin typeface="Courier New" charset="0"/>
                <a:ea typeface="Courier New" charset="0"/>
                <a:cs typeface="Courier New" charset="0"/>
              </a:rPr>
              <a:t>   [</a:t>
            </a:r>
            <a:r>
              <a:rPr lang="en-US" sz="1333" dirty="0" err="1">
                <a:latin typeface="Courier New" charset="0"/>
                <a:ea typeface="Courier New" charset="0"/>
                <a:cs typeface="Courier New" charset="0"/>
              </a:rPr>
              <a:t>gri</a:t>
            </a:r>
            <a:r>
              <a:rPr lang="en-US" sz="1333" dirty="0">
                <a:latin typeface="Courier New" charset="0"/>
                <a:ea typeface="Courier New" charset="0"/>
                <a:cs typeface="Courier New" charset="0"/>
              </a:rPr>
              <a:t>]</a:t>
            </a:r>
          </a:p>
        </p:txBody>
      </p:sp>
      <p:sp>
        <p:nvSpPr>
          <p:cNvPr id="73" name="TextBox 72"/>
          <p:cNvSpPr txBox="1"/>
          <p:nvPr/>
        </p:nvSpPr>
        <p:spPr>
          <a:xfrm>
            <a:off x="6591927" y="3582765"/>
            <a:ext cx="2786351" cy="297454"/>
          </a:xfrm>
          <a:prstGeom prst="rect">
            <a:avLst/>
          </a:prstGeom>
          <a:noFill/>
          <a:effectLst/>
        </p:spPr>
        <p:txBody>
          <a:bodyPr wrap="square" anchor="b">
            <a:spAutoFit/>
          </a:bodyPr>
          <a:lstStyle/>
          <a:p>
            <a:pPr>
              <a:defRPr/>
            </a:pPr>
            <a:r>
              <a:rPr lang="en-US" sz="1333" dirty="0">
                <a:latin typeface="Courier New" charset="0"/>
                <a:ea typeface="Courier New" charset="0"/>
                <a:cs typeface="Courier New" charset="0"/>
              </a:rPr>
              <a:t>git push origin </a:t>
            </a:r>
            <a:r>
              <a:rPr lang="mr-IN" sz="1333" dirty="0">
                <a:latin typeface="Courier New" charset="0"/>
                <a:ea typeface="Courier New" charset="0"/>
                <a:cs typeface="Courier New" charset="0"/>
              </a:rPr>
              <a:t>–</a:t>
            </a:r>
            <a:r>
              <a:rPr lang="en-US" sz="1333" dirty="0">
                <a:latin typeface="Courier New" charset="0"/>
                <a:ea typeface="Courier New" charset="0"/>
                <a:cs typeface="Courier New" charset="0"/>
              </a:rPr>
              <a:t>-tags</a:t>
            </a:r>
            <a:endParaRPr lang="en-US" sz="1333" i="1" dirty="0">
              <a:latin typeface="Courier New" charset="0"/>
              <a:ea typeface="Courier New" charset="0"/>
              <a:cs typeface="Courier New" charset="0"/>
            </a:endParaRPr>
          </a:p>
        </p:txBody>
      </p:sp>
      <p:sp>
        <p:nvSpPr>
          <p:cNvPr id="110" name="TextBox 109"/>
          <p:cNvSpPr txBox="1"/>
          <p:nvPr/>
        </p:nvSpPr>
        <p:spPr>
          <a:xfrm>
            <a:off x="6591927" y="3426399"/>
            <a:ext cx="2682430" cy="297454"/>
          </a:xfrm>
          <a:prstGeom prst="rect">
            <a:avLst/>
          </a:prstGeom>
          <a:noFill/>
          <a:effectLst/>
        </p:spPr>
        <p:txBody>
          <a:bodyPr wrap="square" anchor="b">
            <a:spAutoFit/>
          </a:bodyPr>
          <a:lstStyle/>
          <a:p>
            <a:pPr>
              <a:defRPr/>
            </a:pPr>
            <a:r>
              <a:rPr lang="en-US" sz="1333" dirty="0" err="1">
                <a:latin typeface="Courier New" charset="0"/>
                <a:ea typeface="Courier New" charset="0"/>
                <a:cs typeface="Courier New" charset="0"/>
              </a:rPr>
              <a:t>git</a:t>
            </a:r>
            <a:r>
              <a:rPr lang="en-US" sz="1333" dirty="0">
                <a:latin typeface="Courier New" charset="0"/>
                <a:ea typeface="Courier New" charset="0"/>
                <a:cs typeface="Courier New" charset="0"/>
              </a:rPr>
              <a:t> tag </a:t>
            </a:r>
            <a:r>
              <a:rPr lang="mr-IN" sz="1333" dirty="0">
                <a:latin typeface="Courier New" charset="0"/>
                <a:ea typeface="Courier New" charset="0"/>
                <a:cs typeface="Courier New" charset="0"/>
              </a:rPr>
              <a:t>–</a:t>
            </a:r>
            <a:r>
              <a:rPr lang="en-US" sz="1333" dirty="0">
                <a:latin typeface="Courier New" charset="0"/>
                <a:ea typeface="Courier New" charset="0"/>
                <a:cs typeface="Courier New" charset="0"/>
              </a:rPr>
              <a:t>a </a:t>
            </a:r>
            <a:r>
              <a:rPr lang="en-US" sz="1333" i="1" dirty="0">
                <a:latin typeface="Courier New" charset="0"/>
                <a:ea typeface="Courier New" charset="0"/>
                <a:cs typeface="Courier New" charset="0"/>
              </a:rPr>
              <a:t>v1.2.3 -m"?"</a:t>
            </a:r>
          </a:p>
        </p:txBody>
      </p:sp>
      <p:sp>
        <p:nvSpPr>
          <p:cNvPr id="109" name="TextBox 108"/>
          <p:cNvSpPr txBox="1"/>
          <p:nvPr/>
        </p:nvSpPr>
        <p:spPr>
          <a:xfrm>
            <a:off x="6591927" y="3761991"/>
            <a:ext cx="2947470" cy="297454"/>
          </a:xfrm>
          <a:prstGeom prst="rect">
            <a:avLst/>
          </a:prstGeom>
          <a:noFill/>
          <a:effectLst/>
        </p:spPr>
        <p:txBody>
          <a:bodyPr wrap="square" anchor="b">
            <a:spAutoFit/>
          </a:bodyPr>
          <a:lstStyle/>
          <a:p>
            <a:pPr>
              <a:defRPr/>
            </a:pPr>
            <a:r>
              <a:rPr lang="en-US" sz="1333" dirty="0">
                <a:latin typeface="Courier New" charset="0"/>
                <a:ea typeface="Courier New" charset="0"/>
                <a:cs typeface="Courier New" charset="0"/>
              </a:rPr>
              <a:t>git checkout master [</a:t>
            </a:r>
            <a:r>
              <a:rPr lang="en-US" sz="1333" dirty="0" err="1">
                <a:latin typeface="Courier New" charset="0"/>
                <a:ea typeface="Courier New" charset="0"/>
                <a:cs typeface="Courier New" charset="0"/>
              </a:rPr>
              <a:t>gcm</a:t>
            </a:r>
            <a:r>
              <a:rPr lang="en-US" sz="1333" dirty="0">
                <a:latin typeface="Courier New" charset="0"/>
                <a:ea typeface="Courier New" charset="0"/>
                <a:cs typeface="Courier New" charset="0"/>
              </a:rPr>
              <a:t>]</a:t>
            </a:r>
            <a:endParaRPr lang="en-US" sz="1333" i="1" dirty="0">
              <a:latin typeface="Courier New" charset="0"/>
              <a:ea typeface="Courier New" charset="0"/>
              <a:cs typeface="Courier New" charset="0"/>
            </a:endParaRPr>
          </a:p>
        </p:txBody>
      </p:sp>
      <p:sp>
        <p:nvSpPr>
          <p:cNvPr id="111" name="TextBox 110"/>
          <p:cNvSpPr txBox="1"/>
          <p:nvPr/>
        </p:nvSpPr>
        <p:spPr>
          <a:xfrm>
            <a:off x="6908814" y="886367"/>
            <a:ext cx="1705744" cy="338554"/>
          </a:xfrm>
          <a:prstGeom prst="rect">
            <a:avLst/>
          </a:prstGeom>
          <a:noFill/>
        </p:spPr>
        <p:txBody>
          <a:bodyPr wrap="square" rtlCol="0">
            <a:spAutoFit/>
          </a:bodyPr>
          <a:lstStyle/>
          <a:p>
            <a:r>
              <a:rPr lang="en-US" sz="1600" i="1" dirty="0">
                <a:solidFill>
                  <a:schemeClr val="bg1">
                    <a:lumMod val="75000"/>
                  </a:schemeClr>
                </a:solidFill>
                <a:latin typeface="Open Sans" charset="0"/>
              </a:rPr>
              <a:t>container</a:t>
            </a:r>
            <a:endParaRPr lang="en-US" sz="1600" dirty="0">
              <a:solidFill>
                <a:schemeClr val="bg1">
                  <a:lumMod val="75000"/>
                </a:schemeClr>
              </a:solidFill>
            </a:endParaRPr>
          </a:p>
        </p:txBody>
      </p:sp>
      <p:sp>
        <p:nvSpPr>
          <p:cNvPr id="103" name="TextBox 102"/>
          <p:cNvSpPr txBox="1"/>
          <p:nvPr/>
        </p:nvSpPr>
        <p:spPr>
          <a:xfrm>
            <a:off x="7701507" y="2247556"/>
            <a:ext cx="1243431" cy="297454"/>
          </a:xfrm>
          <a:prstGeom prst="rect">
            <a:avLst/>
          </a:prstGeom>
          <a:noFill/>
        </p:spPr>
        <p:txBody>
          <a:bodyPr wrap="square">
            <a:spAutoFit/>
          </a:bodyPr>
          <a:lstStyle/>
          <a:p>
            <a:pPr>
              <a:defRPr/>
            </a:pPr>
            <a:r>
              <a:rPr lang="en-US" sz="1333" dirty="0" err="1">
                <a:latin typeface="Courier New" charset="0"/>
                <a:ea typeface="Courier New" charset="0"/>
                <a:cs typeface="Courier New" charset="0"/>
              </a:rPr>
              <a:t>git</a:t>
            </a:r>
            <a:r>
              <a:rPr lang="en-US" sz="1333" dirty="0">
                <a:latin typeface="Courier New" charset="0"/>
                <a:ea typeface="Courier New" charset="0"/>
                <a:cs typeface="Courier New" charset="0"/>
              </a:rPr>
              <a:t> fetch</a:t>
            </a:r>
          </a:p>
        </p:txBody>
      </p:sp>
      <p:sp>
        <p:nvSpPr>
          <p:cNvPr id="112" name="TextBox 111"/>
          <p:cNvSpPr txBox="1"/>
          <p:nvPr/>
        </p:nvSpPr>
        <p:spPr>
          <a:xfrm>
            <a:off x="7701507" y="2595971"/>
            <a:ext cx="1346861" cy="297454"/>
          </a:xfrm>
          <a:prstGeom prst="rect">
            <a:avLst/>
          </a:prstGeom>
          <a:noFill/>
        </p:spPr>
        <p:txBody>
          <a:bodyPr wrap="square">
            <a:spAutoFit/>
          </a:bodyPr>
          <a:lstStyle/>
          <a:p>
            <a:pPr>
              <a:defRPr/>
            </a:pPr>
            <a:r>
              <a:rPr lang="en-US" sz="1333" dirty="0" err="1">
                <a:latin typeface="Courier New" charset="0"/>
                <a:ea typeface="Courier New" charset="0"/>
                <a:cs typeface="Courier New" charset="0"/>
              </a:rPr>
              <a:t>git</a:t>
            </a:r>
            <a:r>
              <a:rPr lang="en-US" sz="1333" dirty="0">
                <a:latin typeface="Courier New" charset="0"/>
                <a:ea typeface="Courier New" charset="0"/>
                <a:cs typeface="Courier New" charset="0"/>
              </a:rPr>
              <a:t> merge</a:t>
            </a:r>
          </a:p>
        </p:txBody>
      </p:sp>
      <p:sp>
        <p:nvSpPr>
          <p:cNvPr id="113" name="TextBox 112"/>
          <p:cNvSpPr txBox="1"/>
          <p:nvPr/>
        </p:nvSpPr>
        <p:spPr>
          <a:xfrm>
            <a:off x="6893864" y="2419760"/>
            <a:ext cx="3077507" cy="297454"/>
          </a:xfrm>
          <a:prstGeom prst="rect">
            <a:avLst/>
          </a:prstGeom>
          <a:noFill/>
        </p:spPr>
        <p:txBody>
          <a:bodyPr wrap="square">
            <a:spAutoFit/>
          </a:bodyPr>
          <a:lstStyle/>
          <a:p>
            <a:pPr>
              <a:defRPr/>
            </a:pPr>
            <a:r>
              <a:rPr lang="en-US" sz="1333" dirty="0" err="1">
                <a:latin typeface="Courier New" charset="0"/>
                <a:ea typeface="Courier New" charset="0"/>
                <a:cs typeface="Courier New" charset="0"/>
              </a:rPr>
              <a:t>gitk</a:t>
            </a:r>
            <a:r>
              <a:rPr lang="en-US" sz="1333" dirty="0">
                <a:latin typeface="Courier New" charset="0"/>
                <a:ea typeface="Courier New" charset="0"/>
                <a:cs typeface="Courier New" charset="0"/>
              </a:rPr>
              <a:t> </a:t>
            </a:r>
            <a:r>
              <a:rPr lang="en-US" sz="1333" dirty="0" err="1">
                <a:latin typeface="Courier New" charset="0"/>
                <a:ea typeface="Courier New" charset="0"/>
                <a:cs typeface="Courier New" charset="0"/>
              </a:rPr>
              <a:t>master..origin</a:t>
            </a:r>
            <a:r>
              <a:rPr lang="en-US" sz="1333" b="1" dirty="0">
                <a:latin typeface="Courier New" charset="0"/>
                <a:ea typeface="Courier New" charset="0"/>
                <a:cs typeface="Courier New" charset="0"/>
              </a:rPr>
              <a:t>/</a:t>
            </a:r>
            <a:r>
              <a:rPr lang="en-US" sz="1333" dirty="0">
                <a:latin typeface="Courier New" charset="0"/>
                <a:ea typeface="Courier New" charset="0"/>
                <a:cs typeface="Courier New" charset="0"/>
              </a:rPr>
              <a:t>master</a:t>
            </a:r>
          </a:p>
        </p:txBody>
      </p:sp>
      <p:sp>
        <p:nvSpPr>
          <p:cNvPr id="115" name="Rectangle 114"/>
          <p:cNvSpPr/>
          <p:nvPr/>
        </p:nvSpPr>
        <p:spPr>
          <a:xfrm>
            <a:off x="1736758" y="964799"/>
            <a:ext cx="894797" cy="307777"/>
          </a:xfrm>
          <a:prstGeom prst="rect">
            <a:avLst/>
          </a:prstGeom>
          <a:solidFill>
            <a:schemeClr val="bg1"/>
          </a:solidFill>
          <a:ln>
            <a:solidFill>
              <a:schemeClr val="bg1">
                <a:lumMod val="75000"/>
              </a:schemeClr>
            </a:solidFill>
          </a:ln>
        </p:spPr>
        <p:txBody>
          <a:bodyPr wrap="none" anchor="ctr">
            <a:spAutoFit/>
          </a:bodyPr>
          <a:lstStyle/>
          <a:p>
            <a:pPr algn="r">
              <a:defRPr/>
            </a:pPr>
            <a:r>
              <a:rPr lang="en-US" sz="1400" dirty="0"/>
              <a:t>.gitconfig</a:t>
            </a:r>
          </a:p>
        </p:txBody>
      </p:sp>
      <p:sp>
        <p:nvSpPr>
          <p:cNvPr id="116" name="TextBox 115">
            <a:extLst>
              <a:ext uri="{FF2B5EF4-FFF2-40B4-BE49-F238E27FC236}">
                <a16:creationId xmlns:a16="http://schemas.microsoft.com/office/drawing/2014/main" id="{A57BC8D6-DA75-5642-AA97-B991DFB88162}"/>
              </a:ext>
            </a:extLst>
          </p:cNvPr>
          <p:cNvSpPr txBox="1"/>
          <p:nvPr/>
        </p:nvSpPr>
        <p:spPr>
          <a:xfrm>
            <a:off x="3232480" y="1085144"/>
            <a:ext cx="5170387" cy="307777"/>
          </a:xfrm>
          <a:prstGeom prst="rect">
            <a:avLst/>
          </a:prstGeom>
          <a:noFill/>
        </p:spPr>
        <p:txBody>
          <a:bodyPr wrap="square">
            <a:spAutoFit/>
          </a:bodyPr>
          <a:lstStyle/>
          <a:p>
            <a:pPr>
              <a:defRPr/>
            </a:pPr>
            <a:r>
              <a:rPr lang="en-US" sz="1400" dirty="0">
                <a:latin typeface="Courier New" charset="0"/>
                <a:ea typeface="Courier New" charset="0"/>
                <a:cs typeface="Courier New" charset="0"/>
              </a:rPr>
              <a:t>git clone </a:t>
            </a:r>
            <a:r>
              <a:rPr lang="en-US" sz="1400" b="1" dirty="0">
                <a:latin typeface="Courier New" charset="0"/>
                <a:ea typeface="Courier New" charset="0"/>
                <a:cs typeface="Courier New" charset="0"/>
              </a:rPr>
              <a:t>https</a:t>
            </a:r>
            <a:r>
              <a:rPr lang="en-US" sz="1400" dirty="0">
                <a:latin typeface="Courier New" charset="0"/>
                <a:ea typeface="Courier New" charset="0"/>
                <a:cs typeface="Courier New" charset="0"/>
              </a:rPr>
              <a:t>://</a:t>
            </a:r>
            <a:r>
              <a:rPr lang="en-US" sz="1400" dirty="0" err="1">
                <a:latin typeface="Courier New" charset="0"/>
                <a:ea typeface="Courier New" charset="0"/>
                <a:cs typeface="Courier New" charset="0"/>
              </a:rPr>
              <a:t>github.com</a:t>
            </a:r>
            <a:r>
              <a:rPr lang="en-US" sz="1400" dirty="0">
                <a:latin typeface="Courier New" charset="0"/>
                <a:ea typeface="Courier New" charset="0"/>
                <a:cs typeface="Courier New" charset="0"/>
              </a:rPr>
              <a:t>/</a:t>
            </a:r>
            <a:r>
              <a:rPr lang="en-US" sz="1400" b="1" i="1" dirty="0">
                <a:latin typeface="Courier New" charset="0"/>
                <a:ea typeface="Courier New" charset="0"/>
                <a:cs typeface="Courier New" charset="0"/>
              </a:rPr>
              <a:t>other</a:t>
            </a:r>
            <a:r>
              <a:rPr lang="en-US" sz="1400" dirty="0">
                <a:latin typeface="Courier New" charset="0"/>
                <a:ea typeface="Courier New" charset="0"/>
                <a:cs typeface="Courier New" charset="0"/>
              </a:rPr>
              <a:t>/</a:t>
            </a:r>
            <a:r>
              <a:rPr lang="en-US" sz="1400" i="1" dirty="0">
                <a:latin typeface="Courier New" charset="0"/>
                <a:ea typeface="Courier New" charset="0"/>
                <a:cs typeface="Courier New" charset="0"/>
              </a:rPr>
              <a:t>some-repo</a:t>
            </a:r>
          </a:p>
        </p:txBody>
      </p:sp>
      <p:cxnSp>
        <p:nvCxnSpPr>
          <p:cNvPr id="62" name="Straight Arrow Connector 61"/>
          <p:cNvCxnSpPr/>
          <p:nvPr/>
        </p:nvCxnSpPr>
        <p:spPr>
          <a:xfrm flipH="1">
            <a:off x="5085983" y="2745301"/>
            <a:ext cx="493268" cy="0"/>
          </a:xfrm>
          <a:prstGeom prst="straightConnector1">
            <a:avLst/>
          </a:prstGeom>
          <a:ln>
            <a:solidFill>
              <a:schemeClr val="tx1"/>
            </a:solidFill>
            <a:tailEnd type="triangle" w="lg" len="lg"/>
          </a:ln>
          <a:effectLst/>
        </p:spPr>
        <p:style>
          <a:lnRef idx="2">
            <a:schemeClr val="accent1"/>
          </a:lnRef>
          <a:fillRef idx="0">
            <a:schemeClr val="accent1"/>
          </a:fillRef>
          <a:effectRef idx="1">
            <a:schemeClr val="accent1"/>
          </a:effectRef>
          <a:fontRef idx="minor">
            <a:schemeClr val="tx1"/>
          </a:fontRef>
        </p:style>
      </p:cxnSp>
      <p:sp>
        <p:nvSpPr>
          <p:cNvPr id="119" name="TextBox 118">
            <a:extLst>
              <a:ext uri="{FF2B5EF4-FFF2-40B4-BE49-F238E27FC236}">
                <a16:creationId xmlns:a16="http://schemas.microsoft.com/office/drawing/2014/main" id="{4EA6A29A-D77D-8145-BE0A-76756666DE4F}"/>
              </a:ext>
            </a:extLst>
          </p:cNvPr>
          <p:cNvSpPr txBox="1"/>
          <p:nvPr/>
        </p:nvSpPr>
        <p:spPr>
          <a:xfrm>
            <a:off x="2999867" y="2622884"/>
            <a:ext cx="951362" cy="523220"/>
          </a:xfrm>
          <a:prstGeom prst="rect">
            <a:avLst/>
          </a:prstGeom>
          <a:noFill/>
        </p:spPr>
        <p:txBody>
          <a:bodyPr wrap="square" rtlCol="0">
            <a:spAutoFit/>
          </a:bodyPr>
          <a:lstStyle/>
          <a:p>
            <a:pPr algn="r"/>
            <a:r>
              <a:rPr lang="en-US" sz="1400" i="1" dirty="0">
                <a:solidFill>
                  <a:schemeClr val="bg1">
                    <a:lumMod val="65000"/>
                  </a:schemeClr>
                </a:solidFill>
              </a:rPr>
              <a:t>Working</a:t>
            </a:r>
            <a:br>
              <a:rPr lang="en-US" sz="1400" i="1" dirty="0">
                <a:solidFill>
                  <a:schemeClr val="bg1">
                    <a:lumMod val="65000"/>
                  </a:schemeClr>
                </a:solidFill>
              </a:rPr>
            </a:br>
            <a:r>
              <a:rPr lang="en-US" sz="1400" i="1" dirty="0">
                <a:solidFill>
                  <a:schemeClr val="bg1">
                    <a:lumMod val="65000"/>
                  </a:schemeClr>
                </a:solidFill>
              </a:rPr>
              <a:t>directory</a:t>
            </a:r>
            <a:endParaRPr lang="en-US" sz="1400" dirty="0">
              <a:solidFill>
                <a:schemeClr val="bg1">
                  <a:lumMod val="65000"/>
                </a:schemeClr>
              </a:solidFill>
            </a:endParaRPr>
          </a:p>
        </p:txBody>
      </p:sp>
      <p:sp>
        <p:nvSpPr>
          <p:cNvPr id="50" name="Rounded Rectangle 49"/>
          <p:cNvSpPr/>
          <p:nvPr/>
        </p:nvSpPr>
        <p:spPr>
          <a:xfrm>
            <a:off x="8425648" y="1557168"/>
            <a:ext cx="1099746" cy="323849"/>
          </a:xfrm>
          <a:prstGeom prst="roundRect">
            <a:avLst/>
          </a:prstGeom>
          <a:solidFill>
            <a:srgbClr val="008000"/>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anchor="ctr"/>
          <a:lstStyle/>
          <a:p>
            <a:pPr>
              <a:defRPr/>
            </a:pPr>
            <a:r>
              <a:rPr lang="en-US" sz="1400" i="1" dirty="0">
                <a:solidFill>
                  <a:schemeClr val="bg1"/>
                </a:solidFill>
                <a:latin typeface="Open Sans" charset="0"/>
                <a:ea typeface="ＭＳ Ｐゴシック" charset="0"/>
              </a:rPr>
              <a:t>Git </a:t>
            </a:r>
            <a:r>
              <a:rPr lang="en-US" sz="1600" i="1" dirty="0">
                <a:solidFill>
                  <a:schemeClr val="bg1"/>
                </a:solidFill>
                <a:ea typeface="ＭＳ Ｐゴシック" charset="0"/>
              </a:rPr>
              <a:t>client</a:t>
            </a:r>
            <a:endParaRPr lang="en-US" sz="1400" i="1" dirty="0">
              <a:solidFill>
                <a:schemeClr val="bg1"/>
              </a:solidFill>
              <a:ea typeface="ＭＳ Ｐゴシック" charset="0"/>
            </a:endParaRPr>
          </a:p>
        </p:txBody>
      </p:sp>
      <p:sp>
        <p:nvSpPr>
          <p:cNvPr id="121" name="Rectangle 49">
            <a:extLst>
              <a:ext uri="{FF2B5EF4-FFF2-40B4-BE49-F238E27FC236}">
                <a16:creationId xmlns:a16="http://schemas.microsoft.com/office/drawing/2014/main" id="{1490DC4B-B7E0-D04D-8F73-CCAA35B2D987}"/>
              </a:ext>
            </a:extLst>
          </p:cNvPr>
          <p:cNvSpPr>
            <a:spLocks noChangeArrowheads="1"/>
          </p:cNvSpPr>
          <p:nvPr/>
        </p:nvSpPr>
        <p:spPr bwMode="auto">
          <a:xfrm>
            <a:off x="10089080" y="5184484"/>
            <a:ext cx="780983" cy="3385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pPr algn="ctr"/>
            <a:r>
              <a:rPr lang="en-US" sz="1600" dirty="0">
                <a:solidFill>
                  <a:srgbClr val="000000"/>
                </a:solidFill>
              </a:rPr>
              <a:t>master</a:t>
            </a:r>
            <a:endParaRPr lang="en-US" sz="1600" dirty="0"/>
          </a:p>
        </p:txBody>
      </p:sp>
      <p:sp>
        <p:nvSpPr>
          <p:cNvPr id="122" name="Rectangle 49">
            <a:extLst>
              <a:ext uri="{FF2B5EF4-FFF2-40B4-BE49-F238E27FC236}">
                <a16:creationId xmlns:a16="http://schemas.microsoft.com/office/drawing/2014/main" id="{AA305A27-6F8E-664D-8511-12EAEDB5E92D}"/>
              </a:ext>
            </a:extLst>
          </p:cNvPr>
          <p:cNvSpPr>
            <a:spLocks noChangeArrowheads="1"/>
          </p:cNvSpPr>
          <p:nvPr/>
        </p:nvSpPr>
        <p:spPr bwMode="auto">
          <a:xfrm>
            <a:off x="10126483" y="3146980"/>
            <a:ext cx="615873" cy="3385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pPr algn="ctr"/>
            <a:r>
              <a:rPr lang="en-US" sz="1600" dirty="0">
                <a:solidFill>
                  <a:srgbClr val="000000"/>
                </a:solidFill>
              </a:rPr>
              <a:t>feat1</a:t>
            </a:r>
            <a:endParaRPr lang="en-US" sz="1600" dirty="0"/>
          </a:p>
        </p:txBody>
      </p:sp>
      <p:sp>
        <p:nvSpPr>
          <p:cNvPr id="124" name="TextBox 123">
            <a:extLst>
              <a:ext uri="{FF2B5EF4-FFF2-40B4-BE49-F238E27FC236}">
                <a16:creationId xmlns:a16="http://schemas.microsoft.com/office/drawing/2014/main" id="{F5843C7D-D189-194D-A946-57B57B6EAD88}"/>
              </a:ext>
            </a:extLst>
          </p:cNvPr>
          <p:cNvSpPr txBox="1"/>
          <p:nvPr/>
        </p:nvSpPr>
        <p:spPr>
          <a:xfrm>
            <a:off x="8389497" y="4654555"/>
            <a:ext cx="1389874" cy="297454"/>
          </a:xfrm>
          <a:prstGeom prst="rect">
            <a:avLst/>
          </a:prstGeom>
          <a:noFill/>
        </p:spPr>
        <p:txBody>
          <a:bodyPr wrap="square">
            <a:spAutoFit/>
          </a:bodyPr>
          <a:lstStyle/>
          <a:p>
            <a:pPr algn="r">
              <a:defRPr/>
            </a:pPr>
            <a:r>
              <a:rPr lang="en-US" sz="1333" dirty="0">
                <a:latin typeface="Courier New" charset="0"/>
                <a:ea typeface="Courier New" charset="0"/>
                <a:cs typeface="Courier New" charset="0"/>
              </a:rPr>
              <a:t>https://...</a:t>
            </a:r>
          </a:p>
        </p:txBody>
      </p:sp>
      <p:sp>
        <p:nvSpPr>
          <p:cNvPr id="125" name="TextBox 124">
            <a:extLst>
              <a:ext uri="{FF2B5EF4-FFF2-40B4-BE49-F238E27FC236}">
                <a16:creationId xmlns:a16="http://schemas.microsoft.com/office/drawing/2014/main" id="{F31819C2-9BCE-0C42-9B9E-B0A926D194F2}"/>
              </a:ext>
            </a:extLst>
          </p:cNvPr>
          <p:cNvSpPr txBox="1"/>
          <p:nvPr/>
        </p:nvSpPr>
        <p:spPr>
          <a:xfrm>
            <a:off x="2843725" y="4155133"/>
            <a:ext cx="2898320" cy="307777"/>
          </a:xfrm>
          <a:prstGeom prst="rect">
            <a:avLst/>
          </a:prstGeom>
          <a:noFill/>
        </p:spPr>
        <p:txBody>
          <a:bodyPr wrap="square">
            <a:spAutoFit/>
          </a:bodyPr>
          <a:lstStyle/>
          <a:p>
            <a:pPr>
              <a:defRPr/>
            </a:pPr>
            <a:r>
              <a:rPr lang="en-US" sz="1400" dirty="0">
                <a:latin typeface="Courier New" charset="0"/>
                <a:ea typeface="Courier New" charset="0"/>
                <a:cs typeface="Courier New" charset="0"/>
              </a:rPr>
              <a:t>git fetch upstream  [</a:t>
            </a:r>
            <a:r>
              <a:rPr lang="en-US" sz="1400" dirty="0" err="1">
                <a:latin typeface="Courier New" charset="0"/>
                <a:ea typeface="Courier New" charset="0"/>
                <a:cs typeface="Courier New" charset="0"/>
              </a:rPr>
              <a:t>gfu</a:t>
            </a:r>
            <a:r>
              <a:rPr lang="en-US" sz="1400" dirty="0">
                <a:latin typeface="Courier New" charset="0"/>
                <a:ea typeface="Courier New" charset="0"/>
                <a:cs typeface="Courier New" charset="0"/>
              </a:rPr>
              <a:t>]</a:t>
            </a:r>
          </a:p>
        </p:txBody>
      </p:sp>
      <p:sp>
        <p:nvSpPr>
          <p:cNvPr id="123" name="TextBox 122">
            <a:extLst>
              <a:ext uri="{FF2B5EF4-FFF2-40B4-BE49-F238E27FC236}">
                <a16:creationId xmlns:a16="http://schemas.microsoft.com/office/drawing/2014/main" id="{F4A60F3A-B5C4-5A43-BBC8-B2A89CDC36CF}"/>
              </a:ext>
            </a:extLst>
          </p:cNvPr>
          <p:cNvSpPr txBox="1"/>
          <p:nvPr/>
        </p:nvSpPr>
        <p:spPr>
          <a:xfrm>
            <a:off x="515055" y="216748"/>
            <a:ext cx="984300" cy="338554"/>
          </a:xfrm>
          <a:prstGeom prst="rect">
            <a:avLst/>
          </a:prstGeom>
          <a:noFill/>
        </p:spPr>
        <p:txBody>
          <a:bodyPr wrap="square" rtlCol="0">
            <a:spAutoFit/>
          </a:bodyPr>
          <a:lstStyle/>
          <a:p>
            <a:pPr algn="r"/>
            <a:r>
              <a:rPr lang="en-US" sz="1600" b="1" i="1" dirty="0">
                <a:solidFill>
                  <a:schemeClr val="bg1">
                    <a:lumMod val="65000"/>
                  </a:schemeClr>
                </a:solidFill>
              </a:rPr>
              <a:t>Git </a:t>
            </a:r>
            <a:r>
              <a:rPr lang="en-US" sz="1600" i="1" dirty="0">
                <a:solidFill>
                  <a:schemeClr val="bg1">
                    <a:lumMod val="65000"/>
                  </a:schemeClr>
                </a:solidFill>
              </a:rPr>
              <a:t>Bash</a:t>
            </a:r>
            <a:endParaRPr lang="en-US" sz="1600" b="1" i="1" dirty="0">
              <a:solidFill>
                <a:schemeClr val="bg1">
                  <a:lumMod val="65000"/>
                </a:schemeClr>
              </a:solidFill>
            </a:endParaRPr>
          </a:p>
        </p:txBody>
      </p:sp>
      <p:sp>
        <p:nvSpPr>
          <p:cNvPr id="126" name="TextBox 125">
            <a:extLst>
              <a:ext uri="{FF2B5EF4-FFF2-40B4-BE49-F238E27FC236}">
                <a16:creationId xmlns:a16="http://schemas.microsoft.com/office/drawing/2014/main" id="{A06B1561-E9BA-A943-90A2-D41F16DAEA0D}"/>
              </a:ext>
            </a:extLst>
          </p:cNvPr>
          <p:cNvSpPr txBox="1"/>
          <p:nvPr/>
        </p:nvSpPr>
        <p:spPr>
          <a:xfrm>
            <a:off x="2772285" y="271814"/>
            <a:ext cx="5510053" cy="307777"/>
          </a:xfrm>
          <a:prstGeom prst="rect">
            <a:avLst/>
          </a:prstGeom>
          <a:noFill/>
        </p:spPr>
        <p:txBody>
          <a:bodyPr wrap="square">
            <a:spAutoFit/>
          </a:bodyPr>
          <a:lstStyle/>
          <a:p>
            <a:pPr>
              <a:defRPr/>
            </a:pPr>
            <a:r>
              <a:rPr lang="en-US" sz="1400" dirty="0">
                <a:latin typeface="Courier New" charset="0"/>
                <a:ea typeface="Courier New" charset="0"/>
                <a:cs typeface="Courier New" charset="0"/>
              </a:rPr>
              <a:t>git config --global </a:t>
            </a:r>
            <a:r>
              <a:rPr lang="en-US" sz="1400" dirty="0" err="1">
                <a:latin typeface="Courier New" charset="0"/>
                <a:ea typeface="Courier New" charset="0"/>
                <a:cs typeface="Courier New" charset="0"/>
              </a:rPr>
              <a:t>core.safecrlf</a:t>
            </a:r>
            <a:r>
              <a:rPr lang="en-US" sz="1400" dirty="0">
                <a:latin typeface="Courier New" charset="0"/>
                <a:ea typeface="Courier New" charset="0"/>
                <a:cs typeface="Courier New" charset="0"/>
              </a:rPr>
              <a:t> false</a:t>
            </a:r>
          </a:p>
        </p:txBody>
      </p:sp>
      <p:sp>
        <p:nvSpPr>
          <p:cNvPr id="127" name="TextBox 126">
            <a:extLst>
              <a:ext uri="{FF2B5EF4-FFF2-40B4-BE49-F238E27FC236}">
                <a16:creationId xmlns:a16="http://schemas.microsoft.com/office/drawing/2014/main" id="{9CCC0EC5-2F53-9448-BB92-6604622B4F11}"/>
              </a:ext>
            </a:extLst>
          </p:cNvPr>
          <p:cNvSpPr txBox="1"/>
          <p:nvPr/>
        </p:nvSpPr>
        <p:spPr>
          <a:xfrm>
            <a:off x="10065177" y="1199343"/>
            <a:ext cx="852510" cy="338554"/>
          </a:xfrm>
          <a:prstGeom prst="rect">
            <a:avLst/>
          </a:prstGeom>
          <a:noFill/>
        </p:spPr>
        <p:txBody>
          <a:bodyPr wrap="square" rtlCol="0">
            <a:spAutoFit/>
          </a:bodyPr>
          <a:lstStyle/>
          <a:p>
            <a:pPr algn="ctr"/>
            <a:r>
              <a:rPr lang="en-US" sz="1600" i="1" u="sng" dirty="0">
                <a:solidFill>
                  <a:schemeClr val="bg1">
                    <a:lumMod val="65000"/>
                  </a:schemeClr>
                </a:solidFill>
              </a:rPr>
              <a:t>Cloud</a:t>
            </a:r>
            <a:endParaRPr lang="en-US" sz="1600" u="sng" dirty="0">
              <a:solidFill>
                <a:schemeClr val="bg1">
                  <a:lumMod val="65000"/>
                </a:schemeClr>
              </a:solidFill>
            </a:endParaRPr>
          </a:p>
        </p:txBody>
      </p:sp>
      <p:sp>
        <p:nvSpPr>
          <p:cNvPr id="128" name="TextBox 127">
            <a:extLst>
              <a:ext uri="{FF2B5EF4-FFF2-40B4-BE49-F238E27FC236}">
                <a16:creationId xmlns:a16="http://schemas.microsoft.com/office/drawing/2014/main" id="{090636B7-FEDC-6E46-9F99-797707930047}"/>
              </a:ext>
            </a:extLst>
          </p:cNvPr>
          <p:cNvSpPr txBox="1"/>
          <p:nvPr/>
        </p:nvSpPr>
        <p:spPr>
          <a:xfrm>
            <a:off x="2989430" y="1497688"/>
            <a:ext cx="3763333" cy="307777"/>
          </a:xfrm>
          <a:prstGeom prst="rect">
            <a:avLst/>
          </a:prstGeom>
          <a:noFill/>
          <a:effectLst/>
        </p:spPr>
        <p:txBody>
          <a:bodyPr wrap="square">
            <a:spAutoFit/>
          </a:bodyPr>
          <a:lstStyle/>
          <a:p>
            <a:pPr>
              <a:defRPr/>
            </a:pPr>
            <a:r>
              <a:rPr lang="en-US" sz="1400" dirty="0">
                <a:latin typeface="Courier New" charset="0"/>
                <a:ea typeface="Courier New" charset="0"/>
                <a:cs typeface="Courier New" charset="0"/>
              </a:rPr>
              <a:t>mkdir local-</a:t>
            </a:r>
            <a:r>
              <a:rPr lang="en-US" sz="1400" dirty="0" err="1">
                <a:latin typeface="Courier New" charset="0"/>
                <a:ea typeface="Courier New" charset="0"/>
                <a:cs typeface="Courier New" charset="0"/>
              </a:rPr>
              <a:t>init</a:t>
            </a:r>
            <a:r>
              <a:rPr lang="en-US" sz="1400" dirty="0">
                <a:latin typeface="Courier New" charset="0"/>
                <a:ea typeface="Courier New" charset="0"/>
                <a:cs typeface="Courier New" charset="0"/>
              </a:rPr>
              <a:t> &amp;&amp; cd </a:t>
            </a:r>
            <a:r>
              <a:rPr lang="en-US" sz="1400" i="1" dirty="0">
                <a:latin typeface="Courier New" charset="0"/>
                <a:ea typeface="Courier New" charset="0"/>
                <a:cs typeface="Courier New" charset="0"/>
              </a:rPr>
              <a:t>local-</a:t>
            </a:r>
            <a:r>
              <a:rPr lang="en-US" sz="1400" i="1" dirty="0" err="1">
                <a:latin typeface="Courier New" charset="0"/>
                <a:ea typeface="Courier New" charset="0"/>
                <a:cs typeface="Courier New" charset="0"/>
              </a:rPr>
              <a:t>init</a:t>
            </a:r>
            <a:endParaRPr lang="en-US" sz="1400" i="1" dirty="0">
              <a:latin typeface="Courier New" charset="0"/>
              <a:ea typeface="Courier New" charset="0"/>
              <a:cs typeface="Courier New" charset="0"/>
            </a:endParaRPr>
          </a:p>
        </p:txBody>
      </p:sp>
      <p:sp>
        <p:nvSpPr>
          <p:cNvPr id="134" name="TextBox 133">
            <a:extLst>
              <a:ext uri="{FF2B5EF4-FFF2-40B4-BE49-F238E27FC236}">
                <a16:creationId xmlns:a16="http://schemas.microsoft.com/office/drawing/2014/main" id="{D2A33C33-3331-4B45-ACB1-76041F090D12}"/>
              </a:ext>
            </a:extLst>
          </p:cNvPr>
          <p:cNvSpPr txBox="1"/>
          <p:nvPr/>
        </p:nvSpPr>
        <p:spPr>
          <a:xfrm>
            <a:off x="4982049" y="1665633"/>
            <a:ext cx="1232364" cy="307777"/>
          </a:xfrm>
          <a:prstGeom prst="rect">
            <a:avLst/>
          </a:prstGeom>
          <a:noFill/>
          <a:effectLst/>
        </p:spPr>
        <p:txBody>
          <a:bodyPr wrap="square">
            <a:spAutoFit/>
          </a:bodyPr>
          <a:lstStyle/>
          <a:p>
            <a:pPr>
              <a:defRPr/>
            </a:pPr>
            <a:r>
              <a:rPr lang="en-US" sz="1400" dirty="0">
                <a:latin typeface="Courier New" charset="0"/>
                <a:ea typeface="Courier New" charset="0"/>
                <a:cs typeface="Courier New" charset="0"/>
              </a:rPr>
              <a:t>git </a:t>
            </a:r>
            <a:r>
              <a:rPr lang="en-US" sz="1400" dirty="0" err="1">
                <a:latin typeface="Courier New" charset="0"/>
                <a:ea typeface="Courier New" charset="0"/>
                <a:cs typeface="Courier New" charset="0"/>
              </a:rPr>
              <a:t>init</a:t>
            </a:r>
            <a:endParaRPr lang="en-US" sz="1400" i="1" dirty="0">
              <a:latin typeface="Courier New" charset="0"/>
              <a:ea typeface="Courier New" charset="0"/>
              <a:cs typeface="Courier New" charset="0"/>
            </a:endParaRPr>
          </a:p>
        </p:txBody>
      </p:sp>
      <p:sp>
        <p:nvSpPr>
          <p:cNvPr id="129" name="TextBox 128">
            <a:extLst>
              <a:ext uri="{FF2B5EF4-FFF2-40B4-BE49-F238E27FC236}">
                <a16:creationId xmlns:a16="http://schemas.microsoft.com/office/drawing/2014/main" id="{DC1B9DFA-2EE5-C441-8DE7-7BEC15C6EF29}"/>
              </a:ext>
            </a:extLst>
          </p:cNvPr>
          <p:cNvSpPr txBox="1"/>
          <p:nvPr/>
        </p:nvSpPr>
        <p:spPr>
          <a:xfrm>
            <a:off x="2972857" y="905297"/>
            <a:ext cx="4269371" cy="307777"/>
          </a:xfrm>
          <a:prstGeom prst="rect">
            <a:avLst/>
          </a:prstGeom>
          <a:noFill/>
        </p:spPr>
        <p:txBody>
          <a:bodyPr wrap="square">
            <a:spAutoFit/>
          </a:bodyPr>
          <a:lstStyle/>
          <a:p>
            <a:pPr>
              <a:defRPr/>
            </a:pPr>
            <a:r>
              <a:rPr lang="en-US" sz="1400" dirty="0">
                <a:latin typeface="Courier New" charset="0"/>
                <a:ea typeface="Courier New" charset="0"/>
                <a:cs typeface="Courier New" charset="0"/>
              </a:rPr>
              <a:t>mkdir</a:t>
            </a:r>
            <a:r>
              <a:rPr lang="en-US" sz="1333" dirty="0">
                <a:latin typeface="Courier New" charset="0"/>
                <a:ea typeface="Courier New" charset="0"/>
                <a:cs typeface="Courier New" charset="0"/>
              </a:rPr>
              <a:t> ~/gits/</a:t>
            </a:r>
            <a:r>
              <a:rPr lang="en-US" sz="1333" dirty="0" err="1">
                <a:latin typeface="Courier New" charset="0"/>
                <a:ea typeface="Courier New" charset="0"/>
                <a:cs typeface="Courier New" charset="0"/>
              </a:rPr>
              <a:t>myacct</a:t>
            </a:r>
            <a:r>
              <a:rPr lang="en-US" sz="1333" dirty="0">
                <a:latin typeface="Courier New" charset="0"/>
                <a:ea typeface="Courier New" charset="0"/>
                <a:cs typeface="Courier New" charset="0"/>
              </a:rPr>
              <a:t> &amp;&amp; cd </a:t>
            </a:r>
            <a:r>
              <a:rPr lang="en-US" sz="1333" dirty="0" err="1">
                <a:latin typeface="Courier New" charset="0"/>
                <a:ea typeface="Courier New" charset="0"/>
                <a:cs typeface="Courier New" charset="0"/>
              </a:rPr>
              <a:t>myacct</a:t>
            </a:r>
            <a:endParaRPr lang="en-US" sz="1333" dirty="0">
              <a:latin typeface="Courier New" charset="0"/>
              <a:ea typeface="Courier New" charset="0"/>
              <a:cs typeface="Courier New" charset="0"/>
            </a:endParaRPr>
          </a:p>
        </p:txBody>
      </p:sp>
      <p:sp>
        <p:nvSpPr>
          <p:cNvPr id="135" name="Triangle 134">
            <a:extLst>
              <a:ext uri="{FF2B5EF4-FFF2-40B4-BE49-F238E27FC236}">
                <a16:creationId xmlns:a16="http://schemas.microsoft.com/office/drawing/2014/main" id="{C4124BB5-E151-B64D-BC7E-0D2462D47260}"/>
              </a:ext>
            </a:extLst>
          </p:cNvPr>
          <p:cNvSpPr/>
          <p:nvPr/>
        </p:nvSpPr>
        <p:spPr>
          <a:xfrm rot="5400000">
            <a:off x="11741814" y="6513211"/>
            <a:ext cx="290286" cy="179463"/>
          </a:xfrm>
          <a:prstGeom prst="triangl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cxnSp>
        <p:nvCxnSpPr>
          <p:cNvPr id="138" name="Straight Arrow Connector 137">
            <a:extLst>
              <a:ext uri="{FF2B5EF4-FFF2-40B4-BE49-F238E27FC236}">
                <a16:creationId xmlns:a16="http://schemas.microsoft.com/office/drawing/2014/main" id="{DCB450B4-C5A3-AA4B-A1A9-C2E87EE66FA2}"/>
              </a:ext>
            </a:extLst>
          </p:cNvPr>
          <p:cNvCxnSpPr>
            <a:cxnSpLocks/>
          </p:cNvCxnSpPr>
          <p:nvPr/>
        </p:nvCxnSpPr>
        <p:spPr>
          <a:xfrm flipH="1" flipV="1">
            <a:off x="9389151" y="1789645"/>
            <a:ext cx="23752" cy="1680555"/>
          </a:xfrm>
          <a:prstGeom prst="straightConnector1">
            <a:avLst/>
          </a:prstGeom>
          <a:ln>
            <a:solidFill>
              <a:schemeClr val="tx1"/>
            </a:solidFill>
            <a:headEnd type="none"/>
            <a:tailEnd type="none" w="lg" len="lg"/>
          </a:ln>
          <a:effectLst/>
        </p:spPr>
        <p:style>
          <a:lnRef idx="2">
            <a:schemeClr val="accent1"/>
          </a:lnRef>
          <a:fillRef idx="0">
            <a:schemeClr val="accent1"/>
          </a:fillRef>
          <a:effectRef idx="1">
            <a:schemeClr val="accent1"/>
          </a:effectRef>
          <a:fontRef idx="minor">
            <a:schemeClr val="tx1"/>
          </a:fontRef>
        </p:style>
      </p:cxnSp>
      <p:sp>
        <p:nvSpPr>
          <p:cNvPr id="144" name="Rounded Rectangle 143">
            <a:extLst>
              <a:ext uri="{FF2B5EF4-FFF2-40B4-BE49-F238E27FC236}">
                <a16:creationId xmlns:a16="http://schemas.microsoft.com/office/drawing/2014/main" id="{E1E06340-153D-C545-BA62-48AE7609A522}"/>
              </a:ext>
            </a:extLst>
          </p:cNvPr>
          <p:cNvSpPr/>
          <p:nvPr/>
        </p:nvSpPr>
        <p:spPr>
          <a:xfrm>
            <a:off x="9246877" y="324984"/>
            <a:ext cx="1165169" cy="864839"/>
          </a:xfrm>
          <a:prstGeom prst="roundRect">
            <a:avLst/>
          </a:prstGeom>
          <a:solidFill>
            <a:schemeClr val="accent4">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a:defRPr/>
            </a:pPr>
            <a:endParaRPr lang="en-US" sz="1600" i="1" dirty="0">
              <a:solidFill>
                <a:schemeClr val="tx1"/>
              </a:solidFill>
            </a:endParaRPr>
          </a:p>
        </p:txBody>
      </p:sp>
      <p:sp>
        <p:nvSpPr>
          <p:cNvPr id="146" name="TextBox 145">
            <a:extLst>
              <a:ext uri="{FF2B5EF4-FFF2-40B4-BE49-F238E27FC236}">
                <a16:creationId xmlns:a16="http://schemas.microsoft.com/office/drawing/2014/main" id="{6A0D9BCC-50BE-0949-83CE-E287A522BABE}"/>
              </a:ext>
            </a:extLst>
          </p:cNvPr>
          <p:cNvSpPr txBox="1">
            <a:spLocks noChangeArrowheads="1"/>
          </p:cNvSpPr>
          <p:nvPr/>
        </p:nvSpPr>
        <p:spPr bwMode="auto">
          <a:xfrm>
            <a:off x="8388561" y="658405"/>
            <a:ext cx="1085447" cy="3385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1400">
                <a:solidFill>
                  <a:schemeClr val="tx1"/>
                </a:solidFill>
                <a:latin typeface="Helvetica" charset="0"/>
                <a:ea typeface="ＭＳ Ｐゴシック" charset="0"/>
                <a:cs typeface="ＭＳ Ｐゴシック" charset="0"/>
              </a:defRPr>
            </a:lvl1pPr>
            <a:lvl2pPr marL="742950" indent="-285750">
              <a:defRPr sz="1400">
                <a:solidFill>
                  <a:schemeClr val="tx1"/>
                </a:solidFill>
                <a:latin typeface="Helvetica" charset="0"/>
                <a:ea typeface="ＭＳ Ｐゴシック" charset="0"/>
              </a:defRPr>
            </a:lvl2pPr>
            <a:lvl3pPr marL="1143000" indent="-228600">
              <a:defRPr sz="1400">
                <a:solidFill>
                  <a:schemeClr val="tx1"/>
                </a:solidFill>
                <a:latin typeface="Helvetica" charset="0"/>
                <a:ea typeface="ＭＳ Ｐゴシック" charset="0"/>
              </a:defRPr>
            </a:lvl3pPr>
            <a:lvl4pPr marL="1600200" indent="-228600">
              <a:defRPr sz="1400">
                <a:solidFill>
                  <a:schemeClr val="tx1"/>
                </a:solidFill>
                <a:latin typeface="Helvetica" charset="0"/>
                <a:ea typeface="ＭＳ Ｐゴシック" charset="0"/>
              </a:defRPr>
            </a:lvl4pPr>
            <a:lvl5pPr marL="2057400" indent="-228600">
              <a:defRPr sz="1400">
                <a:solidFill>
                  <a:schemeClr val="tx1"/>
                </a:solidFill>
                <a:latin typeface="Helvetica" charset="0"/>
                <a:ea typeface="ＭＳ Ｐゴシック" charset="0"/>
              </a:defRPr>
            </a:lvl5pPr>
            <a:lvl6pPr marL="2514600" indent="-228600" defTabSz="342900" eaLnBrk="0" fontAlgn="base" hangingPunct="0">
              <a:spcBef>
                <a:spcPct val="0"/>
              </a:spcBef>
              <a:spcAft>
                <a:spcPct val="0"/>
              </a:spcAft>
              <a:defRPr sz="1400">
                <a:solidFill>
                  <a:schemeClr val="tx1"/>
                </a:solidFill>
                <a:latin typeface="Helvetica" charset="0"/>
                <a:ea typeface="ＭＳ Ｐゴシック" charset="0"/>
              </a:defRPr>
            </a:lvl6pPr>
            <a:lvl7pPr marL="2971800" indent="-228600" defTabSz="342900" eaLnBrk="0" fontAlgn="base" hangingPunct="0">
              <a:spcBef>
                <a:spcPct val="0"/>
              </a:spcBef>
              <a:spcAft>
                <a:spcPct val="0"/>
              </a:spcAft>
              <a:defRPr sz="1400">
                <a:solidFill>
                  <a:schemeClr val="tx1"/>
                </a:solidFill>
                <a:latin typeface="Helvetica" charset="0"/>
                <a:ea typeface="ＭＳ Ｐゴシック" charset="0"/>
              </a:defRPr>
            </a:lvl7pPr>
            <a:lvl8pPr marL="3429000" indent="-228600" defTabSz="342900" eaLnBrk="0" fontAlgn="base" hangingPunct="0">
              <a:spcBef>
                <a:spcPct val="0"/>
              </a:spcBef>
              <a:spcAft>
                <a:spcPct val="0"/>
              </a:spcAft>
              <a:defRPr sz="1400">
                <a:solidFill>
                  <a:schemeClr val="tx1"/>
                </a:solidFill>
                <a:latin typeface="Helvetica" charset="0"/>
                <a:ea typeface="ＭＳ Ｐゴシック" charset="0"/>
              </a:defRPr>
            </a:lvl8pPr>
            <a:lvl9pPr marL="3886200" indent="-228600" defTabSz="342900" eaLnBrk="0" fontAlgn="base" hangingPunct="0">
              <a:spcBef>
                <a:spcPct val="0"/>
              </a:spcBef>
              <a:spcAft>
                <a:spcPct val="0"/>
              </a:spcAft>
              <a:defRPr sz="1400">
                <a:solidFill>
                  <a:schemeClr val="tx1"/>
                </a:solidFill>
                <a:latin typeface="Helvetica" charset="0"/>
                <a:ea typeface="ＭＳ Ｐゴシック" charset="0"/>
              </a:defRPr>
            </a:lvl9pPr>
          </a:lstStyle>
          <a:p>
            <a:pPr algn="r"/>
            <a:r>
              <a:rPr lang="en-US" sz="1600" i="1" dirty="0" err="1">
                <a:solidFill>
                  <a:srgbClr val="C00000"/>
                </a:solidFill>
                <a:latin typeface="+mn-lt"/>
              </a:rPr>
              <a:t>pbcopy</a:t>
            </a:r>
            <a:r>
              <a:rPr lang="en-US" sz="1600" i="1" dirty="0">
                <a:solidFill>
                  <a:srgbClr val="C00000"/>
                </a:solidFill>
                <a:latin typeface="+mn-lt"/>
              </a:rPr>
              <a:t>  &lt;</a:t>
            </a:r>
          </a:p>
        </p:txBody>
      </p:sp>
      <p:sp>
        <p:nvSpPr>
          <p:cNvPr id="150" name="Rectangle 149">
            <a:extLst>
              <a:ext uri="{FF2B5EF4-FFF2-40B4-BE49-F238E27FC236}">
                <a16:creationId xmlns:a16="http://schemas.microsoft.com/office/drawing/2014/main" id="{05D37740-5430-B946-8FFE-BEAD7A927EE3}"/>
              </a:ext>
            </a:extLst>
          </p:cNvPr>
          <p:cNvSpPr>
            <a:spLocks noChangeArrowheads="1"/>
          </p:cNvSpPr>
          <p:nvPr/>
        </p:nvSpPr>
        <p:spPr bwMode="auto">
          <a:xfrm>
            <a:off x="9321252" y="517397"/>
            <a:ext cx="841629" cy="262218"/>
          </a:xfrm>
          <a:prstGeom prst="rect">
            <a:avLst/>
          </a:prstGeom>
          <a:noFill/>
          <a:ln>
            <a:noFill/>
          </a:ln>
          <a:effectLst/>
          <a:extLst/>
        </p:spPr>
        <p:txBody>
          <a:bodyPr anchor="ctr"/>
          <a:lstStyle/>
          <a:p>
            <a:pPr>
              <a:defRPr/>
            </a:pPr>
            <a:r>
              <a:rPr lang="en-US" sz="1600" dirty="0" err="1">
                <a:solidFill>
                  <a:schemeClr val="bg1">
                    <a:lumMod val="65000"/>
                  </a:schemeClr>
                </a:solidFill>
              </a:rPr>
              <a:t>id_rsa</a:t>
            </a:r>
            <a:endParaRPr lang="en-US" sz="1600" b="1" dirty="0">
              <a:solidFill>
                <a:schemeClr val="bg1">
                  <a:lumMod val="65000"/>
                </a:schemeClr>
              </a:solidFill>
            </a:endParaRPr>
          </a:p>
        </p:txBody>
      </p:sp>
      <p:sp>
        <p:nvSpPr>
          <p:cNvPr id="151" name="Rectangle 150">
            <a:extLst>
              <a:ext uri="{FF2B5EF4-FFF2-40B4-BE49-F238E27FC236}">
                <a16:creationId xmlns:a16="http://schemas.microsoft.com/office/drawing/2014/main" id="{331EABB9-FE72-C545-93C4-E1721FFFE04D}"/>
              </a:ext>
            </a:extLst>
          </p:cNvPr>
          <p:cNvSpPr>
            <a:spLocks noChangeArrowheads="1"/>
          </p:cNvSpPr>
          <p:nvPr/>
        </p:nvSpPr>
        <p:spPr bwMode="auto">
          <a:xfrm>
            <a:off x="9321252" y="693331"/>
            <a:ext cx="1191790" cy="260821"/>
          </a:xfrm>
          <a:prstGeom prst="rect">
            <a:avLst/>
          </a:prstGeom>
          <a:noFill/>
          <a:ln>
            <a:noFill/>
          </a:ln>
          <a:effectLst/>
          <a:extLst/>
        </p:spPr>
        <p:txBody>
          <a:bodyPr anchor="ctr"/>
          <a:lstStyle/>
          <a:p>
            <a:pPr>
              <a:defRPr/>
            </a:pPr>
            <a:r>
              <a:rPr lang="en-US" sz="1600" dirty="0" err="1">
                <a:solidFill>
                  <a:srgbClr val="C00000"/>
                </a:solidFill>
              </a:rPr>
              <a:t>id_rsa.pub</a:t>
            </a:r>
            <a:endParaRPr lang="en-US" sz="1600" dirty="0">
              <a:solidFill>
                <a:srgbClr val="C00000"/>
              </a:solidFill>
            </a:endParaRPr>
          </a:p>
        </p:txBody>
      </p:sp>
      <p:sp>
        <p:nvSpPr>
          <p:cNvPr id="15" name="Rectangle 14">
            <a:extLst>
              <a:ext uri="{FF2B5EF4-FFF2-40B4-BE49-F238E27FC236}">
                <a16:creationId xmlns:a16="http://schemas.microsoft.com/office/drawing/2014/main" id="{7017719C-3B01-3846-BE00-A67F49E490F0}"/>
              </a:ext>
            </a:extLst>
          </p:cNvPr>
          <p:cNvSpPr/>
          <p:nvPr/>
        </p:nvSpPr>
        <p:spPr>
          <a:xfrm>
            <a:off x="9246627" y="245257"/>
            <a:ext cx="795411" cy="369332"/>
          </a:xfrm>
          <a:prstGeom prst="rect">
            <a:avLst/>
          </a:prstGeom>
        </p:spPr>
        <p:txBody>
          <a:bodyPr wrap="none">
            <a:spAutoFit/>
          </a:bodyPr>
          <a:lstStyle/>
          <a:p>
            <a:pPr>
              <a:defRPr/>
            </a:pPr>
            <a:r>
              <a:rPr lang="en-US" i="1" dirty="0"/>
              <a:t>~/.</a:t>
            </a:r>
            <a:r>
              <a:rPr lang="en-US" i="1" dirty="0" err="1"/>
              <a:t>ssh</a:t>
            </a:r>
            <a:r>
              <a:rPr lang="en-US" i="1" dirty="0"/>
              <a:t>/</a:t>
            </a:r>
          </a:p>
        </p:txBody>
      </p:sp>
      <p:sp>
        <p:nvSpPr>
          <p:cNvPr id="152" name="Rounded Rectangle 151">
            <a:extLst>
              <a:ext uri="{FF2B5EF4-FFF2-40B4-BE49-F238E27FC236}">
                <a16:creationId xmlns:a16="http://schemas.microsoft.com/office/drawing/2014/main" id="{0B029B37-9BEB-8E42-AA3B-8FB21E91D177}"/>
              </a:ext>
            </a:extLst>
          </p:cNvPr>
          <p:cNvSpPr/>
          <p:nvPr/>
        </p:nvSpPr>
        <p:spPr>
          <a:xfrm>
            <a:off x="10559725" y="708462"/>
            <a:ext cx="1139630" cy="306167"/>
          </a:xfrm>
          <a:prstGeom prst="roundRect">
            <a:avLst/>
          </a:prstGeom>
          <a:solidFill>
            <a:srgbClr val="C00000"/>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anchor="ctr"/>
          <a:lstStyle/>
          <a:p>
            <a:pPr>
              <a:defRPr/>
            </a:pPr>
            <a:r>
              <a:rPr lang="en-US" sz="1600" i="1" dirty="0" err="1">
                <a:solidFill>
                  <a:schemeClr val="bg1"/>
                </a:solidFill>
                <a:ea typeface="ＭＳ Ｐゴシック" charset="0"/>
              </a:rPr>
              <a:t>puTTYgen</a:t>
            </a:r>
            <a:endParaRPr lang="en-US" sz="1600" i="1" dirty="0">
              <a:solidFill>
                <a:schemeClr val="bg1"/>
              </a:solidFill>
              <a:ea typeface="ＭＳ Ｐゴシック" charset="0"/>
            </a:endParaRPr>
          </a:p>
        </p:txBody>
      </p:sp>
      <p:sp>
        <p:nvSpPr>
          <p:cNvPr id="153" name="Rounded Rectangle 152">
            <a:extLst>
              <a:ext uri="{FF2B5EF4-FFF2-40B4-BE49-F238E27FC236}">
                <a16:creationId xmlns:a16="http://schemas.microsoft.com/office/drawing/2014/main" id="{AF0F523E-C138-2145-9A7C-E409A938603C}"/>
              </a:ext>
            </a:extLst>
          </p:cNvPr>
          <p:cNvSpPr/>
          <p:nvPr/>
        </p:nvSpPr>
        <p:spPr>
          <a:xfrm>
            <a:off x="10566099" y="350302"/>
            <a:ext cx="1133256" cy="306167"/>
          </a:xfrm>
          <a:prstGeom prst="roundRect">
            <a:avLst/>
          </a:prstGeom>
          <a:solidFill>
            <a:srgbClr val="C00000"/>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anchor="ctr"/>
          <a:lstStyle/>
          <a:p>
            <a:pPr>
              <a:defRPr/>
            </a:pPr>
            <a:r>
              <a:rPr lang="en-US" sz="1600" i="1" dirty="0" err="1">
                <a:solidFill>
                  <a:schemeClr val="bg1"/>
                </a:solidFill>
                <a:ea typeface="ＭＳ Ｐゴシック" charset="0"/>
              </a:rPr>
              <a:t>ssh</a:t>
            </a:r>
            <a:r>
              <a:rPr lang="en-US" sz="1600" i="1" dirty="0">
                <a:solidFill>
                  <a:schemeClr val="bg1"/>
                </a:solidFill>
                <a:ea typeface="ＭＳ Ｐゴシック" charset="0"/>
              </a:rPr>
              <a:t>-keygen</a:t>
            </a:r>
          </a:p>
        </p:txBody>
      </p:sp>
      <p:cxnSp>
        <p:nvCxnSpPr>
          <p:cNvPr id="154" name="Straight Arrow Connector 32">
            <a:extLst>
              <a:ext uri="{FF2B5EF4-FFF2-40B4-BE49-F238E27FC236}">
                <a16:creationId xmlns:a16="http://schemas.microsoft.com/office/drawing/2014/main" id="{3D0A984C-AB1F-2A4A-B32F-00EBDF2512AF}"/>
              </a:ext>
            </a:extLst>
          </p:cNvPr>
          <p:cNvCxnSpPr>
            <a:cxnSpLocks/>
            <a:stCxn id="153" idx="1"/>
          </p:cNvCxnSpPr>
          <p:nvPr/>
        </p:nvCxnSpPr>
        <p:spPr>
          <a:xfrm flipH="1">
            <a:off x="10387345" y="503386"/>
            <a:ext cx="178754" cy="0"/>
          </a:xfrm>
          <a:prstGeom prst="straightConnector1">
            <a:avLst/>
          </a:prstGeom>
          <a:ln>
            <a:solidFill>
              <a:srgbClr val="FF0000"/>
            </a:solidFill>
            <a:prstDash val="solid"/>
            <a:tailEnd type="triangle" w="lg" len="lg"/>
          </a:ln>
          <a:effectLst/>
        </p:spPr>
        <p:style>
          <a:lnRef idx="2">
            <a:schemeClr val="accent1"/>
          </a:lnRef>
          <a:fillRef idx="0">
            <a:schemeClr val="accent1"/>
          </a:fillRef>
          <a:effectRef idx="1">
            <a:schemeClr val="accent1"/>
          </a:effectRef>
          <a:fontRef idx="minor">
            <a:schemeClr val="tx1"/>
          </a:fontRef>
        </p:style>
      </p:cxnSp>
      <p:cxnSp>
        <p:nvCxnSpPr>
          <p:cNvPr id="155" name="Straight Arrow Connector 32">
            <a:extLst>
              <a:ext uri="{FF2B5EF4-FFF2-40B4-BE49-F238E27FC236}">
                <a16:creationId xmlns:a16="http://schemas.microsoft.com/office/drawing/2014/main" id="{793C1A7E-053C-C342-9CF2-83340BE2EB7C}"/>
              </a:ext>
            </a:extLst>
          </p:cNvPr>
          <p:cNvCxnSpPr>
            <a:cxnSpLocks/>
            <a:stCxn id="152" idx="1"/>
          </p:cNvCxnSpPr>
          <p:nvPr/>
        </p:nvCxnSpPr>
        <p:spPr>
          <a:xfrm flipH="1">
            <a:off x="10387345" y="861546"/>
            <a:ext cx="172380" cy="0"/>
          </a:xfrm>
          <a:prstGeom prst="straightConnector1">
            <a:avLst/>
          </a:prstGeom>
          <a:ln>
            <a:solidFill>
              <a:srgbClr val="FF0000"/>
            </a:solidFill>
            <a:prstDash val="solid"/>
            <a:tailEnd type="triangle" w="lg" len="lg"/>
          </a:ln>
          <a:effectLst/>
        </p:spPr>
        <p:style>
          <a:lnRef idx="2">
            <a:schemeClr val="accent1"/>
          </a:lnRef>
          <a:fillRef idx="0">
            <a:schemeClr val="accent1"/>
          </a:fillRef>
          <a:effectRef idx="1">
            <a:schemeClr val="accent1"/>
          </a:effectRef>
          <a:fontRef idx="minor">
            <a:schemeClr val="tx1"/>
          </a:fontRef>
        </p:style>
      </p:cxnSp>
      <p:cxnSp>
        <p:nvCxnSpPr>
          <p:cNvPr id="159" name="Straight Arrow Connector 158">
            <a:extLst>
              <a:ext uri="{FF2B5EF4-FFF2-40B4-BE49-F238E27FC236}">
                <a16:creationId xmlns:a16="http://schemas.microsoft.com/office/drawing/2014/main" id="{34DF6240-168E-4F49-88A5-9A717AD2541D}"/>
              </a:ext>
            </a:extLst>
          </p:cNvPr>
          <p:cNvCxnSpPr>
            <a:cxnSpLocks/>
            <a:stCxn id="78" idx="4"/>
          </p:cNvCxnSpPr>
          <p:nvPr/>
        </p:nvCxnSpPr>
        <p:spPr>
          <a:xfrm flipV="1">
            <a:off x="6381146" y="3476420"/>
            <a:ext cx="3048541" cy="6190"/>
          </a:xfrm>
          <a:prstGeom prst="straightConnector1">
            <a:avLst/>
          </a:prstGeom>
          <a:ln>
            <a:solidFill>
              <a:schemeClr val="tx1"/>
            </a:solidFill>
            <a:tailEnd type="none" w="lg" len="lg"/>
          </a:ln>
          <a:effectLst/>
        </p:spPr>
        <p:style>
          <a:lnRef idx="2">
            <a:schemeClr val="accent1"/>
          </a:lnRef>
          <a:fillRef idx="0">
            <a:schemeClr val="accent1"/>
          </a:fillRef>
          <a:effectRef idx="1">
            <a:schemeClr val="accent1"/>
          </a:effectRef>
          <a:fontRef idx="minor">
            <a:schemeClr val="tx1"/>
          </a:fontRef>
        </p:style>
      </p:cxnSp>
      <p:cxnSp>
        <p:nvCxnSpPr>
          <p:cNvPr id="160" name="Straight Arrow Connector 159">
            <a:extLst>
              <a:ext uri="{FF2B5EF4-FFF2-40B4-BE49-F238E27FC236}">
                <a16:creationId xmlns:a16="http://schemas.microsoft.com/office/drawing/2014/main" id="{D700CE79-64AC-C348-A5EF-A815B1B0785C}"/>
              </a:ext>
            </a:extLst>
          </p:cNvPr>
          <p:cNvCxnSpPr>
            <a:cxnSpLocks/>
          </p:cNvCxnSpPr>
          <p:nvPr/>
        </p:nvCxnSpPr>
        <p:spPr>
          <a:xfrm>
            <a:off x="6293087" y="3272314"/>
            <a:ext cx="0" cy="143192"/>
          </a:xfrm>
          <a:prstGeom prst="straightConnector1">
            <a:avLst/>
          </a:prstGeom>
          <a:ln>
            <a:solidFill>
              <a:schemeClr val="tx1"/>
            </a:solidFill>
            <a:tailEnd type="triangle" w="lg" len="lg"/>
          </a:ln>
          <a:effectLst/>
        </p:spPr>
        <p:style>
          <a:lnRef idx="2">
            <a:schemeClr val="accent1"/>
          </a:lnRef>
          <a:fillRef idx="0">
            <a:schemeClr val="accent1"/>
          </a:fillRef>
          <a:effectRef idx="1">
            <a:schemeClr val="accent1"/>
          </a:effectRef>
          <a:fontRef idx="minor">
            <a:schemeClr val="tx1"/>
          </a:fontRef>
        </p:style>
      </p:cxnSp>
      <p:sp>
        <p:nvSpPr>
          <p:cNvPr id="161" name="Rectangle 160">
            <a:extLst>
              <a:ext uri="{FF2B5EF4-FFF2-40B4-BE49-F238E27FC236}">
                <a16:creationId xmlns:a16="http://schemas.microsoft.com/office/drawing/2014/main" id="{1488B7BA-BD4E-4F4E-9BDD-5E4351C2BD4E}"/>
              </a:ext>
            </a:extLst>
          </p:cNvPr>
          <p:cNvSpPr/>
          <p:nvPr/>
        </p:nvSpPr>
        <p:spPr>
          <a:xfrm>
            <a:off x="5612697" y="2815205"/>
            <a:ext cx="721736" cy="523220"/>
          </a:xfrm>
          <a:prstGeom prst="rect">
            <a:avLst/>
          </a:prstGeom>
          <a:solidFill>
            <a:schemeClr val="bg1"/>
          </a:solidFill>
          <a:ln>
            <a:solidFill>
              <a:schemeClr val="tx1"/>
            </a:solidFill>
          </a:ln>
        </p:spPr>
        <p:txBody>
          <a:bodyPr wrap="none">
            <a:spAutoFit/>
          </a:bodyPr>
          <a:lstStyle/>
          <a:p>
            <a:pPr algn="r">
              <a:defRPr/>
            </a:pPr>
            <a:r>
              <a:rPr lang="en-US" sz="1400" dirty="0">
                <a:latin typeface="Courier New" panose="02070309020205020404" pitchFamily="49" charset="0"/>
                <a:cs typeface="Courier New" panose="02070309020205020404" pitchFamily="49" charset="0"/>
              </a:rPr>
              <a:t>stage</a:t>
            </a:r>
            <a:br>
              <a:rPr lang="en-US" sz="1400" dirty="0">
                <a:latin typeface="Courier New" panose="02070309020205020404" pitchFamily="49" charset="0"/>
                <a:cs typeface="Courier New" panose="02070309020205020404" pitchFamily="49" charset="0"/>
              </a:rPr>
            </a:br>
            <a:r>
              <a:rPr lang="en-US" sz="1400" dirty="0">
                <a:latin typeface="Courier New" panose="02070309020205020404" pitchFamily="49" charset="0"/>
                <a:cs typeface="Courier New" panose="02070309020205020404" pitchFamily="49" charset="0"/>
              </a:rPr>
              <a:t>index</a:t>
            </a:r>
          </a:p>
        </p:txBody>
      </p:sp>
      <p:cxnSp>
        <p:nvCxnSpPr>
          <p:cNvPr id="162" name="Straight Arrow Connector 161">
            <a:extLst>
              <a:ext uri="{FF2B5EF4-FFF2-40B4-BE49-F238E27FC236}">
                <a16:creationId xmlns:a16="http://schemas.microsoft.com/office/drawing/2014/main" id="{7C3268AE-FAF1-C744-AF39-7677707BD2E4}"/>
              </a:ext>
            </a:extLst>
          </p:cNvPr>
          <p:cNvCxnSpPr>
            <a:cxnSpLocks/>
          </p:cNvCxnSpPr>
          <p:nvPr/>
        </p:nvCxnSpPr>
        <p:spPr>
          <a:xfrm flipH="1" flipV="1">
            <a:off x="5096149" y="3482610"/>
            <a:ext cx="468746" cy="5732"/>
          </a:xfrm>
          <a:prstGeom prst="straightConnector1">
            <a:avLst/>
          </a:prstGeom>
          <a:ln>
            <a:solidFill>
              <a:schemeClr val="tx1"/>
            </a:solidFill>
            <a:tailEnd type="triangle" w="lg" len="lg"/>
          </a:ln>
          <a:effectLst/>
        </p:spPr>
        <p:style>
          <a:lnRef idx="2">
            <a:schemeClr val="accent1"/>
          </a:lnRef>
          <a:fillRef idx="0">
            <a:schemeClr val="accent1"/>
          </a:fillRef>
          <a:effectRef idx="1">
            <a:schemeClr val="accent1"/>
          </a:effectRef>
          <a:fontRef idx="minor">
            <a:schemeClr val="tx1"/>
          </a:fontRef>
        </p:style>
      </p:cxnSp>
      <p:cxnSp>
        <p:nvCxnSpPr>
          <p:cNvPr id="165" name="Straight Arrow Connector 32">
            <a:extLst>
              <a:ext uri="{FF2B5EF4-FFF2-40B4-BE49-F238E27FC236}">
                <a16:creationId xmlns:a16="http://schemas.microsoft.com/office/drawing/2014/main" id="{1B4B9C83-F9AF-264B-AF2F-71450409632D}"/>
              </a:ext>
            </a:extLst>
          </p:cNvPr>
          <p:cNvCxnSpPr>
            <a:cxnSpLocks/>
            <a:stCxn id="150" idx="1"/>
          </p:cNvCxnSpPr>
          <p:nvPr/>
        </p:nvCxnSpPr>
        <p:spPr>
          <a:xfrm rot="10800000" flipV="1">
            <a:off x="9220256" y="648506"/>
            <a:ext cx="100996" cy="916160"/>
          </a:xfrm>
          <a:prstGeom prst="bentConnector2">
            <a:avLst/>
          </a:prstGeom>
          <a:ln>
            <a:solidFill>
              <a:srgbClr val="FF0000"/>
            </a:solidFill>
            <a:prstDash val="sysDash"/>
            <a:tailEnd type="triangle" w="lg" len="lg"/>
          </a:ln>
          <a:effectLst/>
        </p:spPr>
        <p:style>
          <a:lnRef idx="2">
            <a:schemeClr val="accent1"/>
          </a:lnRef>
          <a:fillRef idx="0">
            <a:schemeClr val="accent1"/>
          </a:fillRef>
          <a:effectRef idx="1">
            <a:schemeClr val="accent1"/>
          </a:effectRef>
          <a:fontRef idx="minor">
            <a:schemeClr val="tx1"/>
          </a:fontRef>
        </p:style>
      </p:cxnSp>
      <p:sp>
        <p:nvSpPr>
          <p:cNvPr id="168" name="TextBox 167">
            <a:extLst>
              <a:ext uri="{FF2B5EF4-FFF2-40B4-BE49-F238E27FC236}">
                <a16:creationId xmlns:a16="http://schemas.microsoft.com/office/drawing/2014/main" id="{F812A163-7787-7348-8E2B-8B3FD01B471D}"/>
              </a:ext>
            </a:extLst>
          </p:cNvPr>
          <p:cNvSpPr txBox="1"/>
          <p:nvPr/>
        </p:nvSpPr>
        <p:spPr>
          <a:xfrm>
            <a:off x="3941694" y="633136"/>
            <a:ext cx="1044467" cy="307777"/>
          </a:xfrm>
          <a:prstGeom prst="rect">
            <a:avLst/>
          </a:prstGeom>
          <a:noFill/>
        </p:spPr>
        <p:txBody>
          <a:bodyPr wrap="square">
            <a:spAutoFit/>
          </a:bodyPr>
          <a:lstStyle/>
          <a:p>
            <a:pPr>
              <a:defRPr/>
            </a:pPr>
            <a:r>
              <a:rPr lang="en-US" sz="1400" dirty="0">
                <a:latin typeface="Courier New" charset="0"/>
                <a:ea typeface="Courier New" charset="0"/>
                <a:cs typeface="Courier New" charset="0"/>
              </a:rPr>
              <a:t>--global</a:t>
            </a:r>
          </a:p>
        </p:txBody>
      </p:sp>
      <p:sp>
        <p:nvSpPr>
          <p:cNvPr id="169" name="TextBox 168">
            <a:extLst>
              <a:ext uri="{FF2B5EF4-FFF2-40B4-BE49-F238E27FC236}">
                <a16:creationId xmlns:a16="http://schemas.microsoft.com/office/drawing/2014/main" id="{C84389DA-B9DE-8B49-B07A-624761515591}"/>
              </a:ext>
            </a:extLst>
          </p:cNvPr>
          <p:cNvSpPr txBox="1"/>
          <p:nvPr/>
        </p:nvSpPr>
        <p:spPr>
          <a:xfrm>
            <a:off x="3936746" y="453675"/>
            <a:ext cx="1044467" cy="307777"/>
          </a:xfrm>
          <a:prstGeom prst="rect">
            <a:avLst/>
          </a:prstGeom>
          <a:noFill/>
        </p:spPr>
        <p:txBody>
          <a:bodyPr wrap="square">
            <a:spAutoFit/>
          </a:bodyPr>
          <a:lstStyle/>
          <a:p>
            <a:pPr>
              <a:defRPr/>
            </a:pPr>
            <a:r>
              <a:rPr lang="en-US" sz="1400" dirty="0">
                <a:latin typeface="Courier New" charset="0"/>
                <a:ea typeface="Courier New" charset="0"/>
                <a:cs typeface="Courier New" charset="0"/>
              </a:rPr>
              <a:t>--global</a:t>
            </a:r>
          </a:p>
        </p:txBody>
      </p:sp>
      <p:cxnSp>
        <p:nvCxnSpPr>
          <p:cNvPr id="170" name="Straight Arrow Connector 89">
            <a:extLst>
              <a:ext uri="{FF2B5EF4-FFF2-40B4-BE49-F238E27FC236}">
                <a16:creationId xmlns:a16="http://schemas.microsoft.com/office/drawing/2014/main" id="{83E46B7A-C868-E549-8B1E-6C69CFFC68E0}"/>
              </a:ext>
            </a:extLst>
          </p:cNvPr>
          <p:cNvCxnSpPr>
            <a:cxnSpLocks/>
          </p:cNvCxnSpPr>
          <p:nvPr/>
        </p:nvCxnSpPr>
        <p:spPr>
          <a:xfrm rot="16200000" flipH="1">
            <a:off x="2795663" y="1055684"/>
            <a:ext cx="2831622" cy="2601442"/>
          </a:xfrm>
          <a:prstGeom prst="bentConnector2">
            <a:avLst/>
          </a:prstGeom>
          <a:ln w="12700">
            <a:solidFill>
              <a:schemeClr val="tx1"/>
            </a:solidFill>
            <a:tailEnd type="triangle" w="lg" len="lg"/>
          </a:ln>
          <a:effectLst/>
        </p:spPr>
        <p:style>
          <a:lnRef idx="2">
            <a:schemeClr val="accent1"/>
          </a:lnRef>
          <a:fillRef idx="0">
            <a:schemeClr val="accent1"/>
          </a:fillRef>
          <a:effectRef idx="1">
            <a:schemeClr val="accent1"/>
          </a:effectRef>
          <a:fontRef idx="minor">
            <a:schemeClr val="tx1"/>
          </a:fontRef>
        </p:style>
      </p:cxnSp>
      <p:sp>
        <p:nvSpPr>
          <p:cNvPr id="171" name="Rectangle 170">
            <a:extLst>
              <a:ext uri="{FF2B5EF4-FFF2-40B4-BE49-F238E27FC236}">
                <a16:creationId xmlns:a16="http://schemas.microsoft.com/office/drawing/2014/main" id="{57980F86-FC47-5449-9CB2-77B824FD1F54}"/>
              </a:ext>
            </a:extLst>
          </p:cNvPr>
          <p:cNvSpPr/>
          <p:nvPr/>
        </p:nvSpPr>
        <p:spPr>
          <a:xfrm>
            <a:off x="5512195" y="3664424"/>
            <a:ext cx="857928" cy="318100"/>
          </a:xfrm>
          <a:prstGeom prst="rect">
            <a:avLst/>
          </a:prstGeom>
          <a:solidFill>
            <a:schemeClr val="bg1"/>
          </a:solidFill>
          <a:ln>
            <a:solidFill>
              <a:schemeClr val="tx1"/>
            </a:solidFill>
          </a:ln>
        </p:spPr>
        <p:txBody>
          <a:bodyPr wrap="none">
            <a:spAutoFit/>
          </a:bodyPr>
          <a:lstStyle/>
          <a:p>
            <a:pPr algn="r">
              <a:defRPr/>
            </a:pPr>
            <a:r>
              <a:rPr lang="en-US" sz="1400" dirty="0">
                <a:latin typeface="Courier New" panose="02070309020205020404" pitchFamily="49" charset="0"/>
                <a:cs typeface="Courier New" panose="02070309020205020404" pitchFamily="49" charset="0"/>
              </a:rPr>
              <a:t>config</a:t>
            </a:r>
          </a:p>
        </p:txBody>
      </p:sp>
      <p:sp>
        <p:nvSpPr>
          <p:cNvPr id="36" name="Rectangle 35">
            <a:extLst>
              <a:ext uri="{FF2B5EF4-FFF2-40B4-BE49-F238E27FC236}">
                <a16:creationId xmlns:a16="http://schemas.microsoft.com/office/drawing/2014/main" id="{4567C075-F58E-C44F-A7B2-CBB4948A00B2}"/>
              </a:ext>
            </a:extLst>
          </p:cNvPr>
          <p:cNvSpPr/>
          <p:nvPr/>
        </p:nvSpPr>
        <p:spPr>
          <a:xfrm>
            <a:off x="9446506" y="961959"/>
            <a:ext cx="762587" cy="227864"/>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config</a:t>
            </a:r>
          </a:p>
        </p:txBody>
      </p:sp>
      <p:cxnSp>
        <p:nvCxnSpPr>
          <p:cNvPr id="145" name="Straight Arrow Connector 32">
            <a:extLst>
              <a:ext uri="{FF2B5EF4-FFF2-40B4-BE49-F238E27FC236}">
                <a16:creationId xmlns:a16="http://schemas.microsoft.com/office/drawing/2014/main" id="{73009300-A19A-0F42-A6D0-3936F57613BB}"/>
              </a:ext>
            </a:extLst>
          </p:cNvPr>
          <p:cNvCxnSpPr>
            <a:cxnSpLocks/>
          </p:cNvCxnSpPr>
          <p:nvPr/>
        </p:nvCxnSpPr>
        <p:spPr>
          <a:xfrm>
            <a:off x="10118669" y="886367"/>
            <a:ext cx="7814" cy="665359"/>
          </a:xfrm>
          <a:prstGeom prst="straightConnector1">
            <a:avLst/>
          </a:prstGeom>
          <a:ln>
            <a:solidFill>
              <a:srgbClr val="FF0000"/>
            </a:solidFill>
            <a:prstDash val="sysDash"/>
            <a:tailEnd type="triangle" w="lg" len="lg"/>
          </a:ln>
          <a:effectLst/>
        </p:spPr>
        <p:style>
          <a:lnRef idx="2">
            <a:schemeClr val="accent1"/>
          </a:lnRef>
          <a:fillRef idx="0">
            <a:schemeClr val="accent1"/>
          </a:fillRef>
          <a:effectRef idx="1">
            <a:schemeClr val="accent1"/>
          </a:effectRef>
          <a:fontRef idx="minor">
            <a:schemeClr val="tx1"/>
          </a:fontRef>
        </p:style>
      </p:cxnSp>
      <p:cxnSp>
        <p:nvCxnSpPr>
          <p:cNvPr id="172" name="Straight Arrow Connector 66">
            <a:extLst>
              <a:ext uri="{FF2B5EF4-FFF2-40B4-BE49-F238E27FC236}">
                <a16:creationId xmlns:a16="http://schemas.microsoft.com/office/drawing/2014/main" id="{552801DD-C64A-F94E-BFB3-6A3C7F35441D}"/>
              </a:ext>
            </a:extLst>
          </p:cNvPr>
          <p:cNvCxnSpPr>
            <a:cxnSpLocks/>
          </p:cNvCxnSpPr>
          <p:nvPr/>
        </p:nvCxnSpPr>
        <p:spPr>
          <a:xfrm rot="10800000">
            <a:off x="6071785" y="4110029"/>
            <a:ext cx="3840896" cy="1173667"/>
          </a:xfrm>
          <a:prstGeom prst="bentConnector3">
            <a:avLst>
              <a:gd name="adj1" fmla="val 99965"/>
            </a:avLst>
          </a:prstGeom>
          <a:ln>
            <a:solidFill>
              <a:schemeClr val="tx1"/>
            </a:solidFill>
            <a:tailEnd type="triangle" w="lg" len="lg"/>
          </a:ln>
          <a:effectLst/>
        </p:spPr>
        <p:style>
          <a:lnRef idx="2">
            <a:schemeClr val="accent1"/>
          </a:lnRef>
          <a:fillRef idx="0">
            <a:schemeClr val="accent1"/>
          </a:fillRef>
          <a:effectRef idx="1">
            <a:schemeClr val="accent1"/>
          </a:effectRef>
          <a:fontRef idx="minor">
            <a:schemeClr val="tx1"/>
          </a:fontRef>
        </p:style>
      </p:cxnSp>
      <p:cxnSp>
        <p:nvCxnSpPr>
          <p:cNvPr id="173" name="Straight Arrow Connector 66">
            <a:extLst>
              <a:ext uri="{FF2B5EF4-FFF2-40B4-BE49-F238E27FC236}">
                <a16:creationId xmlns:a16="http://schemas.microsoft.com/office/drawing/2014/main" id="{8B60A6A7-A7F7-C04D-93AD-A8604465D706}"/>
              </a:ext>
            </a:extLst>
          </p:cNvPr>
          <p:cNvCxnSpPr>
            <a:cxnSpLocks/>
          </p:cNvCxnSpPr>
          <p:nvPr/>
        </p:nvCxnSpPr>
        <p:spPr>
          <a:xfrm flipV="1">
            <a:off x="5715752" y="2703271"/>
            <a:ext cx="5234994" cy="3006637"/>
          </a:xfrm>
          <a:prstGeom prst="bentConnector3">
            <a:avLst>
              <a:gd name="adj1" fmla="val 113976"/>
            </a:avLst>
          </a:prstGeom>
          <a:ln>
            <a:solidFill>
              <a:schemeClr val="tx1"/>
            </a:solidFill>
            <a:tailEnd type="triangle" w="lg" len="lg"/>
          </a:ln>
          <a:effectLst/>
        </p:spPr>
        <p:style>
          <a:lnRef idx="2">
            <a:schemeClr val="accent1"/>
          </a:lnRef>
          <a:fillRef idx="0">
            <a:schemeClr val="accent1"/>
          </a:fillRef>
          <a:effectRef idx="1">
            <a:schemeClr val="accent1"/>
          </a:effectRef>
          <a:fontRef idx="minor">
            <a:schemeClr val="tx1"/>
          </a:fontRef>
        </p:style>
      </p:cxnSp>
      <p:sp>
        <p:nvSpPr>
          <p:cNvPr id="56" name="Rectangle 55">
            <a:extLst>
              <a:ext uri="{FF2B5EF4-FFF2-40B4-BE49-F238E27FC236}">
                <a16:creationId xmlns:a16="http://schemas.microsoft.com/office/drawing/2014/main" id="{53F237AA-9522-C146-A078-3DFB98A131EB}"/>
              </a:ext>
            </a:extLst>
          </p:cNvPr>
          <p:cNvSpPr/>
          <p:nvPr/>
        </p:nvSpPr>
        <p:spPr>
          <a:xfrm>
            <a:off x="10647455" y="3737519"/>
            <a:ext cx="919804" cy="369332"/>
          </a:xfrm>
          <a:prstGeom prst="rect">
            <a:avLst/>
          </a:prstGeom>
        </p:spPr>
        <p:txBody>
          <a:bodyPr wrap="none">
            <a:spAutoFit/>
          </a:bodyPr>
          <a:lstStyle/>
          <a:p>
            <a:r>
              <a:rPr lang="en-US" i="1" dirty="0">
                <a:ea typeface="Open Sans" panose="020B0606030504020204" pitchFamily="34" charset="0"/>
                <a:cs typeface="Open Sans" panose="020B0606030504020204" pitchFamily="34" charset="0"/>
              </a:rPr>
              <a:t>account</a:t>
            </a:r>
          </a:p>
        </p:txBody>
      </p:sp>
      <p:sp>
        <p:nvSpPr>
          <p:cNvPr id="180" name="TextBox 179">
            <a:extLst>
              <a:ext uri="{FF2B5EF4-FFF2-40B4-BE49-F238E27FC236}">
                <a16:creationId xmlns:a16="http://schemas.microsoft.com/office/drawing/2014/main" id="{CA7DAE52-13E9-2849-BB2D-F662C808FE22}"/>
              </a:ext>
            </a:extLst>
          </p:cNvPr>
          <p:cNvSpPr txBox="1"/>
          <p:nvPr/>
        </p:nvSpPr>
        <p:spPr>
          <a:xfrm>
            <a:off x="2920693" y="1784961"/>
            <a:ext cx="2467092" cy="307777"/>
          </a:xfrm>
          <a:prstGeom prst="rect">
            <a:avLst/>
          </a:prstGeom>
          <a:noFill/>
          <a:effectLst/>
        </p:spPr>
        <p:txBody>
          <a:bodyPr wrap="square" anchor="b">
            <a:spAutoFit/>
          </a:bodyPr>
          <a:lstStyle/>
          <a:p>
            <a:pPr>
              <a:defRPr/>
            </a:pPr>
            <a:r>
              <a:rPr lang="en-US" sz="1400" dirty="0">
                <a:latin typeface="Courier New" charset="0"/>
                <a:ea typeface="Courier New" charset="0"/>
                <a:cs typeface="Courier New" charset="0"/>
              </a:rPr>
              <a:t>echo "?"&gt;&gt;.</a:t>
            </a:r>
            <a:r>
              <a:rPr lang="en-US" sz="1400" dirty="0" err="1">
                <a:latin typeface="Courier New" charset="0"/>
                <a:ea typeface="Courier New" charset="0"/>
                <a:cs typeface="Courier New" charset="0"/>
              </a:rPr>
              <a:t>gitignore</a:t>
            </a:r>
            <a:endParaRPr lang="en-US" sz="1400" dirty="0">
              <a:latin typeface="Courier New" charset="0"/>
              <a:ea typeface="Courier New" charset="0"/>
              <a:cs typeface="Courier New" charset="0"/>
            </a:endParaRPr>
          </a:p>
        </p:txBody>
      </p:sp>
      <p:sp>
        <p:nvSpPr>
          <p:cNvPr id="181" name="TextBox 180">
            <a:extLst>
              <a:ext uri="{FF2B5EF4-FFF2-40B4-BE49-F238E27FC236}">
                <a16:creationId xmlns:a16="http://schemas.microsoft.com/office/drawing/2014/main" id="{2B301607-53F8-434B-82DC-D39FC1A289D5}"/>
              </a:ext>
            </a:extLst>
          </p:cNvPr>
          <p:cNvSpPr txBox="1">
            <a:spLocks noChangeArrowheads="1"/>
          </p:cNvSpPr>
          <p:nvPr/>
        </p:nvSpPr>
        <p:spPr bwMode="auto">
          <a:xfrm>
            <a:off x="8374032" y="1058463"/>
            <a:ext cx="1085447" cy="52322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nchor="b">
            <a:spAutoFit/>
          </a:bodyPr>
          <a:lstStyle>
            <a:lvl1pPr>
              <a:defRPr sz="1400">
                <a:solidFill>
                  <a:schemeClr val="tx1"/>
                </a:solidFill>
                <a:latin typeface="Helvetica" charset="0"/>
                <a:ea typeface="ＭＳ Ｐゴシック" charset="0"/>
                <a:cs typeface="ＭＳ Ｐゴシック" charset="0"/>
              </a:defRPr>
            </a:lvl1pPr>
            <a:lvl2pPr marL="742950" indent="-285750">
              <a:defRPr sz="1400">
                <a:solidFill>
                  <a:schemeClr val="tx1"/>
                </a:solidFill>
                <a:latin typeface="Helvetica" charset="0"/>
                <a:ea typeface="ＭＳ Ｐゴシック" charset="0"/>
              </a:defRPr>
            </a:lvl2pPr>
            <a:lvl3pPr marL="1143000" indent="-228600">
              <a:defRPr sz="1400">
                <a:solidFill>
                  <a:schemeClr val="tx1"/>
                </a:solidFill>
                <a:latin typeface="Helvetica" charset="0"/>
                <a:ea typeface="ＭＳ Ｐゴシック" charset="0"/>
              </a:defRPr>
            </a:lvl3pPr>
            <a:lvl4pPr marL="1600200" indent="-228600">
              <a:defRPr sz="1400">
                <a:solidFill>
                  <a:schemeClr val="tx1"/>
                </a:solidFill>
                <a:latin typeface="Helvetica" charset="0"/>
                <a:ea typeface="ＭＳ Ｐゴシック" charset="0"/>
              </a:defRPr>
            </a:lvl4pPr>
            <a:lvl5pPr marL="2057400" indent="-228600">
              <a:defRPr sz="1400">
                <a:solidFill>
                  <a:schemeClr val="tx1"/>
                </a:solidFill>
                <a:latin typeface="Helvetica" charset="0"/>
                <a:ea typeface="ＭＳ Ｐゴシック" charset="0"/>
              </a:defRPr>
            </a:lvl5pPr>
            <a:lvl6pPr marL="2514600" indent="-228600" defTabSz="342900" eaLnBrk="0" fontAlgn="base" hangingPunct="0">
              <a:spcBef>
                <a:spcPct val="0"/>
              </a:spcBef>
              <a:spcAft>
                <a:spcPct val="0"/>
              </a:spcAft>
              <a:defRPr sz="1400">
                <a:solidFill>
                  <a:schemeClr val="tx1"/>
                </a:solidFill>
                <a:latin typeface="Helvetica" charset="0"/>
                <a:ea typeface="ＭＳ Ｐゴシック" charset="0"/>
              </a:defRPr>
            </a:lvl6pPr>
            <a:lvl7pPr marL="2971800" indent="-228600" defTabSz="342900" eaLnBrk="0" fontAlgn="base" hangingPunct="0">
              <a:spcBef>
                <a:spcPct val="0"/>
              </a:spcBef>
              <a:spcAft>
                <a:spcPct val="0"/>
              </a:spcAft>
              <a:defRPr sz="1400">
                <a:solidFill>
                  <a:schemeClr val="tx1"/>
                </a:solidFill>
                <a:latin typeface="Helvetica" charset="0"/>
                <a:ea typeface="ＭＳ Ｐゴシック" charset="0"/>
              </a:defRPr>
            </a:lvl7pPr>
            <a:lvl8pPr marL="3429000" indent="-228600" defTabSz="342900" eaLnBrk="0" fontAlgn="base" hangingPunct="0">
              <a:spcBef>
                <a:spcPct val="0"/>
              </a:spcBef>
              <a:spcAft>
                <a:spcPct val="0"/>
              </a:spcAft>
              <a:defRPr sz="1400">
                <a:solidFill>
                  <a:schemeClr val="tx1"/>
                </a:solidFill>
                <a:latin typeface="Helvetica" charset="0"/>
                <a:ea typeface="ＭＳ Ｐゴシック" charset="0"/>
              </a:defRPr>
            </a:lvl8pPr>
            <a:lvl9pPr marL="3886200" indent="-228600" defTabSz="342900" eaLnBrk="0" fontAlgn="base" hangingPunct="0">
              <a:spcBef>
                <a:spcPct val="0"/>
              </a:spcBef>
              <a:spcAft>
                <a:spcPct val="0"/>
              </a:spcAft>
              <a:defRPr sz="1400">
                <a:solidFill>
                  <a:schemeClr val="tx1"/>
                </a:solidFill>
                <a:latin typeface="Helvetica" charset="0"/>
                <a:ea typeface="ＭＳ Ｐゴシック" charset="0"/>
              </a:defRPr>
            </a:lvl9pPr>
          </a:lstStyle>
          <a:p>
            <a:r>
              <a:rPr lang="en-US" dirty="0" err="1">
                <a:solidFill>
                  <a:schemeClr val="bg1">
                    <a:lumMod val="65000"/>
                  </a:schemeClr>
                </a:solidFill>
                <a:latin typeface="+mn-lt"/>
              </a:rPr>
              <a:t>choco</a:t>
            </a:r>
            <a:endParaRPr lang="en-US" sz="1600" dirty="0">
              <a:solidFill>
                <a:schemeClr val="bg1">
                  <a:lumMod val="65000"/>
                </a:schemeClr>
              </a:solidFill>
              <a:latin typeface="+mn-lt"/>
            </a:endParaRPr>
          </a:p>
          <a:p>
            <a:r>
              <a:rPr lang="en-US" dirty="0" err="1">
                <a:solidFill>
                  <a:schemeClr val="bg1">
                    <a:lumMod val="65000"/>
                  </a:schemeClr>
                </a:solidFill>
                <a:latin typeface="+mn-lt"/>
              </a:rPr>
              <a:t>msysgit</a:t>
            </a:r>
            <a:endParaRPr lang="en-US" sz="1600" dirty="0">
              <a:solidFill>
                <a:schemeClr val="bg1">
                  <a:lumMod val="65000"/>
                </a:schemeClr>
              </a:solidFill>
              <a:latin typeface="+mn-lt"/>
            </a:endParaRPr>
          </a:p>
        </p:txBody>
      </p:sp>
      <p:sp>
        <p:nvSpPr>
          <p:cNvPr id="187" name="TextBox 186">
            <a:extLst>
              <a:ext uri="{FF2B5EF4-FFF2-40B4-BE49-F238E27FC236}">
                <a16:creationId xmlns:a16="http://schemas.microsoft.com/office/drawing/2014/main" id="{94756633-F89C-BC4C-B4E1-141E47A934E0}"/>
              </a:ext>
            </a:extLst>
          </p:cNvPr>
          <p:cNvSpPr txBox="1"/>
          <p:nvPr/>
        </p:nvSpPr>
        <p:spPr>
          <a:xfrm>
            <a:off x="1050204" y="785330"/>
            <a:ext cx="628445" cy="307777"/>
          </a:xfrm>
          <a:prstGeom prst="rect">
            <a:avLst/>
          </a:prstGeom>
          <a:noFill/>
        </p:spPr>
        <p:txBody>
          <a:bodyPr wrap="square">
            <a:spAutoFit/>
          </a:bodyPr>
          <a:lstStyle/>
          <a:p>
            <a:pPr>
              <a:defRPr/>
            </a:pPr>
            <a:r>
              <a:rPr lang="en-US" sz="1400" dirty="0">
                <a:latin typeface="Courier New" charset="0"/>
                <a:ea typeface="Courier New" charset="0"/>
                <a:cs typeface="Courier New" charset="0"/>
              </a:rPr>
              <a:t>cd ~</a:t>
            </a:r>
          </a:p>
        </p:txBody>
      </p:sp>
      <p:sp>
        <p:nvSpPr>
          <p:cNvPr id="191" name="Rectangle 190">
            <a:extLst>
              <a:ext uri="{FF2B5EF4-FFF2-40B4-BE49-F238E27FC236}">
                <a16:creationId xmlns:a16="http://schemas.microsoft.com/office/drawing/2014/main" id="{D8360FA1-853F-094D-B4DA-32110FCAE85E}"/>
              </a:ext>
            </a:extLst>
          </p:cNvPr>
          <p:cNvSpPr/>
          <p:nvPr/>
        </p:nvSpPr>
        <p:spPr>
          <a:xfrm>
            <a:off x="1220967" y="2983610"/>
            <a:ext cx="1418120" cy="1054628"/>
          </a:xfrm>
          <a:prstGeom prst="rect">
            <a:avLst/>
          </a:prstGeom>
          <a:solidFill>
            <a:schemeClr val="bg1">
              <a:lumMod val="6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6" name="TextBox 185">
            <a:extLst>
              <a:ext uri="{FF2B5EF4-FFF2-40B4-BE49-F238E27FC236}">
                <a16:creationId xmlns:a16="http://schemas.microsoft.com/office/drawing/2014/main" id="{7E8442F8-AD5D-EC46-88D6-B4D3B4491D6E}"/>
              </a:ext>
            </a:extLst>
          </p:cNvPr>
          <p:cNvSpPr txBox="1"/>
          <p:nvPr/>
        </p:nvSpPr>
        <p:spPr>
          <a:xfrm>
            <a:off x="1287820" y="3250041"/>
            <a:ext cx="1234283" cy="307777"/>
          </a:xfrm>
          <a:prstGeom prst="rect">
            <a:avLst/>
          </a:prstGeom>
          <a:solidFill>
            <a:schemeClr val="bg1"/>
          </a:solidFill>
          <a:ln>
            <a:solidFill>
              <a:schemeClr val="bg1">
                <a:lumMod val="65000"/>
              </a:schemeClr>
            </a:solidFill>
          </a:ln>
          <a:effectLst/>
        </p:spPr>
        <p:txBody>
          <a:bodyPr wrap="square" anchor="b">
            <a:spAutoFit/>
          </a:bodyPr>
          <a:lstStyle/>
          <a:p>
            <a:pPr algn="r">
              <a:defRPr/>
            </a:pPr>
            <a:r>
              <a:rPr lang="en-US" sz="1400" dirty="0">
                <a:ea typeface="Courier New" charset="0"/>
                <a:cs typeface="Courier New" charset="0"/>
              </a:rPr>
              <a:t>git-</a:t>
            </a:r>
            <a:r>
              <a:rPr lang="en-US" sz="1400" dirty="0" err="1">
                <a:ea typeface="Courier New" charset="0"/>
                <a:cs typeface="Courier New" charset="0"/>
              </a:rPr>
              <a:t>basics.sh</a:t>
            </a:r>
            <a:endParaRPr lang="en-US" sz="1400" dirty="0">
              <a:ea typeface="Courier New" charset="0"/>
              <a:cs typeface="Courier New" charset="0"/>
            </a:endParaRPr>
          </a:p>
        </p:txBody>
      </p:sp>
      <p:sp>
        <p:nvSpPr>
          <p:cNvPr id="195" name="TextBox 194">
            <a:extLst>
              <a:ext uri="{FF2B5EF4-FFF2-40B4-BE49-F238E27FC236}">
                <a16:creationId xmlns:a16="http://schemas.microsoft.com/office/drawing/2014/main" id="{50802245-2F6B-EB45-9B2A-5FA1878E8B0A}"/>
              </a:ext>
            </a:extLst>
          </p:cNvPr>
          <p:cNvSpPr txBox="1"/>
          <p:nvPr/>
        </p:nvSpPr>
        <p:spPr>
          <a:xfrm>
            <a:off x="1109659" y="4079945"/>
            <a:ext cx="1641853" cy="307777"/>
          </a:xfrm>
          <a:prstGeom prst="rect">
            <a:avLst/>
          </a:prstGeom>
          <a:noFill/>
        </p:spPr>
        <p:txBody>
          <a:bodyPr wrap="square" rtlCol="0">
            <a:spAutoFit/>
          </a:bodyPr>
          <a:lstStyle/>
          <a:p>
            <a:r>
              <a:rPr lang="en-US" sz="1400" dirty="0">
                <a:latin typeface="Courier New" panose="02070309020205020404" pitchFamily="49" charset="0"/>
                <a:cs typeface="Courier New" panose="02070309020205020404" pitchFamily="49" charset="0"/>
              </a:rPr>
              <a:t>bash curl ...</a:t>
            </a:r>
          </a:p>
        </p:txBody>
      </p:sp>
      <p:sp>
        <p:nvSpPr>
          <p:cNvPr id="206" name="TextBox 205">
            <a:extLst>
              <a:ext uri="{FF2B5EF4-FFF2-40B4-BE49-F238E27FC236}">
                <a16:creationId xmlns:a16="http://schemas.microsoft.com/office/drawing/2014/main" id="{14FB7EC9-3707-C546-9AE1-197453670A65}"/>
              </a:ext>
            </a:extLst>
          </p:cNvPr>
          <p:cNvSpPr txBox="1"/>
          <p:nvPr/>
        </p:nvSpPr>
        <p:spPr>
          <a:xfrm>
            <a:off x="188591" y="3222374"/>
            <a:ext cx="1095020" cy="307777"/>
          </a:xfrm>
          <a:prstGeom prst="rect">
            <a:avLst/>
          </a:prstGeom>
          <a:noFill/>
        </p:spPr>
        <p:txBody>
          <a:bodyPr wrap="square">
            <a:spAutoFit/>
          </a:bodyPr>
          <a:lstStyle/>
          <a:p>
            <a:pPr algn="r">
              <a:defRPr/>
            </a:pPr>
            <a:r>
              <a:rPr lang="en-US" sz="1400" dirty="0" err="1">
                <a:latin typeface="Courier New" charset="0"/>
                <a:ea typeface="Courier New" charset="0"/>
                <a:cs typeface="Courier New" charset="0"/>
              </a:rPr>
              <a:t>chmod</a:t>
            </a:r>
            <a:r>
              <a:rPr lang="en-US" sz="1400" dirty="0">
                <a:latin typeface="Courier New" charset="0"/>
                <a:ea typeface="Courier New" charset="0"/>
                <a:cs typeface="Courier New" charset="0"/>
              </a:rPr>
              <a:t> +x</a:t>
            </a:r>
          </a:p>
        </p:txBody>
      </p:sp>
      <p:sp>
        <p:nvSpPr>
          <p:cNvPr id="207" name="TextBox 206">
            <a:extLst>
              <a:ext uri="{FF2B5EF4-FFF2-40B4-BE49-F238E27FC236}">
                <a16:creationId xmlns:a16="http://schemas.microsoft.com/office/drawing/2014/main" id="{8F0DD72E-130C-6D4F-AC89-B2C5EA9D8E96}"/>
              </a:ext>
            </a:extLst>
          </p:cNvPr>
          <p:cNvSpPr txBox="1"/>
          <p:nvPr/>
        </p:nvSpPr>
        <p:spPr>
          <a:xfrm>
            <a:off x="1611902" y="3677445"/>
            <a:ext cx="968775" cy="307777"/>
          </a:xfrm>
          <a:prstGeom prst="rect">
            <a:avLst/>
          </a:prstGeom>
          <a:solidFill>
            <a:schemeClr val="bg1"/>
          </a:solidFill>
          <a:ln>
            <a:solidFill>
              <a:schemeClr val="bg1">
                <a:lumMod val="65000"/>
              </a:schemeClr>
            </a:solidFill>
          </a:ln>
          <a:effectLst/>
        </p:spPr>
        <p:txBody>
          <a:bodyPr wrap="square" anchor="b">
            <a:spAutoFit/>
          </a:bodyPr>
          <a:lstStyle/>
          <a:p>
            <a:pPr>
              <a:defRPr/>
            </a:pPr>
            <a:r>
              <a:rPr lang="en-US" sz="1400" dirty="0" err="1">
                <a:ea typeface="Courier New" charset="0"/>
                <a:cs typeface="Courier New" charset="0"/>
              </a:rPr>
              <a:t>aliases.txt</a:t>
            </a:r>
            <a:endParaRPr lang="en-US" sz="1400" dirty="0">
              <a:ea typeface="Courier New" charset="0"/>
              <a:cs typeface="Courier New" charset="0"/>
            </a:endParaRPr>
          </a:p>
        </p:txBody>
      </p:sp>
      <p:sp>
        <p:nvSpPr>
          <p:cNvPr id="140" name="Rectangle 139">
            <a:extLst>
              <a:ext uri="{FF2B5EF4-FFF2-40B4-BE49-F238E27FC236}">
                <a16:creationId xmlns:a16="http://schemas.microsoft.com/office/drawing/2014/main" id="{0DEE1151-3576-AF44-B831-6DBFBB2F9392}"/>
              </a:ext>
            </a:extLst>
          </p:cNvPr>
          <p:cNvSpPr/>
          <p:nvPr/>
        </p:nvSpPr>
        <p:spPr>
          <a:xfrm>
            <a:off x="10840059" y="1142801"/>
            <a:ext cx="465640" cy="307777"/>
          </a:xfrm>
          <a:prstGeom prst="rect">
            <a:avLst/>
          </a:prstGeom>
          <a:solidFill>
            <a:schemeClr val="bg1"/>
          </a:solidFill>
          <a:ln>
            <a:solidFill>
              <a:schemeClr val="bg1">
                <a:lumMod val="65000"/>
              </a:schemeClr>
            </a:solidFill>
          </a:ln>
        </p:spPr>
        <p:txBody>
          <a:bodyPr wrap="none">
            <a:spAutoFit/>
          </a:bodyPr>
          <a:lstStyle/>
          <a:p>
            <a:pPr algn="r"/>
            <a:r>
              <a:rPr lang="en-US" sz="1400" i="1" dirty="0">
                <a:ea typeface="Open Sans" panose="020B0606030504020204" pitchFamily="34" charset="0"/>
                <a:cs typeface="Open Sans" panose="020B0606030504020204" pitchFamily="34" charset="0"/>
              </a:rPr>
              <a:t>2FA</a:t>
            </a:r>
            <a:endParaRPr lang="en-US" sz="1400" i="1" dirty="0">
              <a:effectLst/>
              <a:ea typeface="Open Sans" panose="020B0606030504020204" pitchFamily="34" charset="0"/>
              <a:cs typeface="Open Sans" panose="020B0606030504020204" pitchFamily="34" charset="0"/>
            </a:endParaRPr>
          </a:p>
        </p:txBody>
      </p:sp>
      <p:sp>
        <p:nvSpPr>
          <p:cNvPr id="139" name="Rectangle 138">
            <a:extLst>
              <a:ext uri="{FF2B5EF4-FFF2-40B4-BE49-F238E27FC236}">
                <a16:creationId xmlns:a16="http://schemas.microsoft.com/office/drawing/2014/main" id="{850345C9-DA45-0D45-99BD-E7E2C63D48D7}"/>
              </a:ext>
            </a:extLst>
          </p:cNvPr>
          <p:cNvSpPr/>
          <p:nvPr/>
        </p:nvSpPr>
        <p:spPr>
          <a:xfrm>
            <a:off x="9858428" y="1551726"/>
            <a:ext cx="1073573" cy="307777"/>
          </a:xfrm>
          <a:prstGeom prst="rect">
            <a:avLst/>
          </a:prstGeom>
          <a:solidFill>
            <a:schemeClr val="bg1"/>
          </a:solidFill>
          <a:ln>
            <a:solidFill>
              <a:schemeClr val="tx1"/>
            </a:solidFill>
          </a:ln>
        </p:spPr>
        <p:txBody>
          <a:bodyPr wrap="square">
            <a:spAutoFit/>
          </a:bodyPr>
          <a:lstStyle/>
          <a:p>
            <a:pPr algn="r"/>
            <a:r>
              <a:rPr lang="en-US" sz="1400" i="1" dirty="0">
                <a:solidFill>
                  <a:srgbClr val="C00000"/>
                </a:solidFill>
                <a:ea typeface="Open Sans" panose="020B0606030504020204" pitchFamily="34" charset="0"/>
                <a:cs typeface="Open Sans" panose="020B0606030504020204" pitchFamily="34" charset="0"/>
              </a:rPr>
              <a:t>public key</a:t>
            </a:r>
            <a:endParaRPr lang="en-US" sz="1400" i="1" dirty="0">
              <a:solidFill>
                <a:srgbClr val="C00000"/>
              </a:solidFill>
              <a:effectLst/>
              <a:ea typeface="Open Sans" panose="020B0606030504020204" pitchFamily="34" charset="0"/>
              <a:cs typeface="Open Sans" panose="020B0606030504020204" pitchFamily="34" charset="0"/>
            </a:endParaRPr>
          </a:p>
        </p:txBody>
      </p:sp>
      <p:cxnSp>
        <p:nvCxnSpPr>
          <p:cNvPr id="142" name="Straight Arrow Connector 137">
            <a:extLst>
              <a:ext uri="{FF2B5EF4-FFF2-40B4-BE49-F238E27FC236}">
                <a16:creationId xmlns:a16="http://schemas.microsoft.com/office/drawing/2014/main" id="{A52B74EE-6FA1-8C4B-BCAC-79656A3B15AD}"/>
              </a:ext>
            </a:extLst>
          </p:cNvPr>
          <p:cNvCxnSpPr>
            <a:cxnSpLocks/>
          </p:cNvCxnSpPr>
          <p:nvPr/>
        </p:nvCxnSpPr>
        <p:spPr>
          <a:xfrm flipH="1" flipV="1">
            <a:off x="10031512" y="1655312"/>
            <a:ext cx="145342" cy="396151"/>
          </a:xfrm>
          <a:prstGeom prst="straightConnector1">
            <a:avLst/>
          </a:prstGeom>
          <a:ln>
            <a:solidFill>
              <a:schemeClr val="tx1"/>
            </a:solidFill>
            <a:headEnd type="none"/>
            <a:tailEnd type="none" w="lg" len="lg"/>
          </a:ln>
          <a:effectLst/>
        </p:spPr>
        <p:style>
          <a:lnRef idx="2">
            <a:schemeClr val="accent1"/>
          </a:lnRef>
          <a:fillRef idx="0">
            <a:schemeClr val="accent1"/>
          </a:fillRef>
          <a:effectRef idx="1">
            <a:schemeClr val="accent1"/>
          </a:effectRef>
          <a:fontRef idx="minor">
            <a:schemeClr val="tx1"/>
          </a:fontRef>
        </p:style>
      </p:cxnSp>
      <p:cxnSp>
        <p:nvCxnSpPr>
          <p:cNvPr id="157" name="Straight Arrow Connector 156">
            <a:extLst>
              <a:ext uri="{FF2B5EF4-FFF2-40B4-BE49-F238E27FC236}">
                <a16:creationId xmlns:a16="http://schemas.microsoft.com/office/drawing/2014/main" id="{5A810F29-E1C5-B742-91F3-22EDFAAA7B42}"/>
              </a:ext>
            </a:extLst>
          </p:cNvPr>
          <p:cNvCxnSpPr>
            <a:cxnSpLocks/>
          </p:cNvCxnSpPr>
          <p:nvPr/>
        </p:nvCxnSpPr>
        <p:spPr>
          <a:xfrm flipH="1">
            <a:off x="6518998" y="1879674"/>
            <a:ext cx="2144516" cy="814077"/>
          </a:xfrm>
          <a:prstGeom prst="straightConnector1">
            <a:avLst/>
          </a:prstGeom>
          <a:ln>
            <a:solidFill>
              <a:schemeClr val="tx1"/>
            </a:solidFill>
            <a:tailEnd type="triangle" w="lg" len="lg"/>
          </a:ln>
          <a:effectLst/>
        </p:spPr>
        <p:style>
          <a:lnRef idx="2">
            <a:schemeClr val="accent1"/>
          </a:lnRef>
          <a:fillRef idx="0">
            <a:schemeClr val="accent1"/>
          </a:fillRef>
          <a:effectRef idx="1">
            <a:schemeClr val="accent1"/>
          </a:effectRef>
          <a:fontRef idx="minor">
            <a:schemeClr val="tx1"/>
          </a:fontRef>
        </p:style>
      </p:cxnSp>
      <p:cxnSp>
        <p:nvCxnSpPr>
          <p:cNvPr id="158" name="Straight Arrow Connector 157">
            <a:extLst>
              <a:ext uri="{FF2B5EF4-FFF2-40B4-BE49-F238E27FC236}">
                <a16:creationId xmlns:a16="http://schemas.microsoft.com/office/drawing/2014/main" id="{6D622EBA-4954-FB4A-B3B7-B45CF4542A65}"/>
              </a:ext>
            </a:extLst>
          </p:cNvPr>
          <p:cNvCxnSpPr>
            <a:cxnSpLocks/>
          </p:cNvCxnSpPr>
          <p:nvPr/>
        </p:nvCxnSpPr>
        <p:spPr>
          <a:xfrm flipV="1">
            <a:off x="5079258" y="1825941"/>
            <a:ext cx="838815" cy="8127"/>
          </a:xfrm>
          <a:prstGeom prst="straightConnector1">
            <a:avLst/>
          </a:prstGeom>
          <a:ln>
            <a:solidFill>
              <a:schemeClr val="tx1"/>
            </a:solidFill>
            <a:headEnd type="none"/>
            <a:tailEnd type="none" w="lg" len="lg"/>
          </a:ln>
          <a:effectLst/>
        </p:spPr>
        <p:style>
          <a:lnRef idx="2">
            <a:schemeClr val="accent1"/>
          </a:lnRef>
          <a:fillRef idx="0">
            <a:schemeClr val="accent1"/>
          </a:fillRef>
          <a:effectRef idx="1">
            <a:schemeClr val="accent1"/>
          </a:effectRef>
          <a:fontRef idx="minor">
            <a:schemeClr val="tx1"/>
          </a:fontRef>
        </p:style>
      </p:cxnSp>
      <p:cxnSp>
        <p:nvCxnSpPr>
          <p:cNvPr id="163" name="Straight Arrow Connector 137">
            <a:extLst>
              <a:ext uri="{FF2B5EF4-FFF2-40B4-BE49-F238E27FC236}">
                <a16:creationId xmlns:a16="http://schemas.microsoft.com/office/drawing/2014/main" id="{9C404ADA-EC3B-8647-93B5-1ADB4521E4D3}"/>
              </a:ext>
            </a:extLst>
          </p:cNvPr>
          <p:cNvCxnSpPr>
            <a:cxnSpLocks/>
          </p:cNvCxnSpPr>
          <p:nvPr/>
        </p:nvCxnSpPr>
        <p:spPr>
          <a:xfrm>
            <a:off x="9993766" y="1787552"/>
            <a:ext cx="10226" cy="263911"/>
          </a:xfrm>
          <a:prstGeom prst="straightConnector1">
            <a:avLst/>
          </a:prstGeom>
          <a:ln>
            <a:solidFill>
              <a:schemeClr val="tx1"/>
            </a:solidFill>
            <a:tailEnd type="triangle" w="lg" len="lg"/>
          </a:ln>
          <a:effectLst/>
        </p:spPr>
        <p:style>
          <a:lnRef idx="2">
            <a:schemeClr val="accent1"/>
          </a:lnRef>
          <a:fillRef idx="0">
            <a:schemeClr val="accent1"/>
          </a:fillRef>
          <a:effectRef idx="1">
            <a:schemeClr val="accent1"/>
          </a:effectRef>
          <a:fontRef idx="minor">
            <a:schemeClr val="tx1"/>
          </a:fontRef>
        </p:style>
      </p:cxnSp>
      <p:cxnSp>
        <p:nvCxnSpPr>
          <p:cNvPr id="164" name="Straight Arrow Connector 137">
            <a:extLst>
              <a:ext uri="{FF2B5EF4-FFF2-40B4-BE49-F238E27FC236}">
                <a16:creationId xmlns:a16="http://schemas.microsoft.com/office/drawing/2014/main" id="{738B471E-1A68-EF49-96BA-FC2D54166BA1}"/>
              </a:ext>
            </a:extLst>
          </p:cNvPr>
          <p:cNvCxnSpPr>
            <a:cxnSpLocks/>
          </p:cNvCxnSpPr>
          <p:nvPr/>
        </p:nvCxnSpPr>
        <p:spPr>
          <a:xfrm flipH="1" flipV="1">
            <a:off x="9379986" y="1790644"/>
            <a:ext cx="624006" cy="1691"/>
          </a:xfrm>
          <a:prstGeom prst="straightConnector1">
            <a:avLst/>
          </a:prstGeom>
          <a:ln>
            <a:solidFill>
              <a:schemeClr val="tx1"/>
            </a:solidFill>
            <a:headEnd type="none"/>
            <a:tailEnd type="none" w="lg" len="lg"/>
          </a:ln>
          <a:effectLst/>
        </p:spPr>
        <p:style>
          <a:lnRef idx="2">
            <a:schemeClr val="accent1"/>
          </a:lnRef>
          <a:fillRef idx="0">
            <a:schemeClr val="accent1"/>
          </a:fillRef>
          <a:effectRef idx="1">
            <a:schemeClr val="accent1"/>
          </a:effectRef>
          <a:fontRef idx="minor">
            <a:schemeClr val="tx1"/>
          </a:fontRef>
        </p:style>
      </p:cxnSp>
      <p:cxnSp>
        <p:nvCxnSpPr>
          <p:cNvPr id="175" name="Straight Arrow Connector 174">
            <a:extLst>
              <a:ext uri="{FF2B5EF4-FFF2-40B4-BE49-F238E27FC236}">
                <a16:creationId xmlns:a16="http://schemas.microsoft.com/office/drawing/2014/main" id="{8A3526CE-017F-7D46-AD45-09A423DB8481}"/>
              </a:ext>
            </a:extLst>
          </p:cNvPr>
          <p:cNvCxnSpPr>
            <a:cxnSpLocks/>
          </p:cNvCxnSpPr>
          <p:nvPr/>
        </p:nvCxnSpPr>
        <p:spPr>
          <a:xfrm flipV="1">
            <a:off x="3102588" y="1652935"/>
            <a:ext cx="3489220" cy="21686"/>
          </a:xfrm>
          <a:prstGeom prst="straightConnector1">
            <a:avLst/>
          </a:prstGeom>
          <a:ln>
            <a:solidFill>
              <a:schemeClr val="tx1"/>
            </a:solidFill>
            <a:headEnd type="none"/>
            <a:tailEnd type="none" w="lg" len="lg"/>
          </a:ln>
          <a:effectLst/>
        </p:spPr>
        <p:style>
          <a:lnRef idx="2">
            <a:schemeClr val="accent1"/>
          </a:lnRef>
          <a:fillRef idx="0">
            <a:schemeClr val="accent1"/>
          </a:fillRef>
          <a:effectRef idx="1">
            <a:schemeClr val="accent1"/>
          </a:effectRef>
          <a:fontRef idx="minor">
            <a:schemeClr val="tx1"/>
          </a:fontRef>
        </p:style>
      </p:cxnSp>
      <p:sp>
        <p:nvSpPr>
          <p:cNvPr id="133" name="Rectangle 132">
            <a:extLst>
              <a:ext uri="{FF2B5EF4-FFF2-40B4-BE49-F238E27FC236}">
                <a16:creationId xmlns:a16="http://schemas.microsoft.com/office/drawing/2014/main" id="{D1705984-03E3-7A4A-8E0A-05344E89A401}"/>
              </a:ext>
            </a:extLst>
          </p:cNvPr>
          <p:cNvSpPr/>
          <p:nvPr/>
        </p:nvSpPr>
        <p:spPr>
          <a:xfrm>
            <a:off x="8799084" y="1828784"/>
            <a:ext cx="532518" cy="369332"/>
          </a:xfrm>
          <a:prstGeom prst="rect">
            <a:avLst/>
          </a:prstGeom>
        </p:spPr>
        <p:txBody>
          <a:bodyPr wrap="none">
            <a:spAutoFit/>
          </a:bodyPr>
          <a:lstStyle/>
          <a:p>
            <a:r>
              <a:rPr lang="en-US" i="1" dirty="0">
                <a:ea typeface="Open Sans" panose="020B0606030504020204" pitchFamily="34" charset="0"/>
                <a:cs typeface="Open Sans" panose="020B0606030504020204" pitchFamily="34" charset="0"/>
              </a:rPr>
              <a:t>hub</a:t>
            </a:r>
          </a:p>
        </p:txBody>
      </p:sp>
      <p:sp>
        <p:nvSpPr>
          <p:cNvPr id="136" name="TextBox 135">
            <a:extLst>
              <a:ext uri="{FF2B5EF4-FFF2-40B4-BE49-F238E27FC236}">
                <a16:creationId xmlns:a16="http://schemas.microsoft.com/office/drawing/2014/main" id="{EAC33837-CE16-8E4A-9128-70757BBBC8EB}"/>
              </a:ext>
            </a:extLst>
          </p:cNvPr>
          <p:cNvSpPr txBox="1"/>
          <p:nvPr/>
        </p:nvSpPr>
        <p:spPr>
          <a:xfrm>
            <a:off x="8012015" y="1111083"/>
            <a:ext cx="1246626" cy="307777"/>
          </a:xfrm>
          <a:prstGeom prst="rect">
            <a:avLst/>
          </a:prstGeom>
          <a:noFill/>
        </p:spPr>
        <p:txBody>
          <a:bodyPr wrap="square">
            <a:spAutoFit/>
          </a:bodyPr>
          <a:lstStyle/>
          <a:p>
            <a:pPr>
              <a:defRPr/>
            </a:pPr>
            <a:r>
              <a:rPr lang="en-US" sz="1400" dirty="0">
                <a:latin typeface="Courier New" charset="0"/>
                <a:ea typeface="Courier New" charset="0"/>
                <a:cs typeface="Courier New" charset="0"/>
              </a:rPr>
              <a:t>--depth=1</a:t>
            </a:r>
            <a:endParaRPr lang="en-US" sz="1400" i="1" dirty="0">
              <a:latin typeface="Courier New" charset="0"/>
              <a:ea typeface="Courier New" charset="0"/>
              <a:cs typeface="Courier New" charset="0"/>
            </a:endParaRPr>
          </a:p>
        </p:txBody>
      </p:sp>
      <p:sp>
        <p:nvSpPr>
          <p:cNvPr id="141" name="TextBox 140">
            <a:extLst>
              <a:ext uri="{FF2B5EF4-FFF2-40B4-BE49-F238E27FC236}">
                <a16:creationId xmlns:a16="http://schemas.microsoft.com/office/drawing/2014/main" id="{F8798B80-1FA4-A944-B293-0AA61E08B9B8}"/>
              </a:ext>
            </a:extLst>
          </p:cNvPr>
          <p:cNvSpPr txBox="1"/>
          <p:nvPr/>
        </p:nvSpPr>
        <p:spPr>
          <a:xfrm>
            <a:off x="1153147" y="3269673"/>
            <a:ext cx="442462" cy="307777"/>
          </a:xfrm>
          <a:prstGeom prst="rect">
            <a:avLst/>
          </a:prstGeom>
          <a:noFill/>
        </p:spPr>
        <p:txBody>
          <a:bodyPr wrap="square">
            <a:spAutoFit/>
          </a:bodyPr>
          <a:lstStyle/>
          <a:p>
            <a:pPr algn="r">
              <a:defRPr/>
            </a:pPr>
            <a:r>
              <a:rPr lang="en-US" sz="1400" b="1" dirty="0">
                <a:latin typeface="Courier New" charset="0"/>
                <a:ea typeface="Courier New" charset="0"/>
                <a:cs typeface="Courier New" charset="0"/>
              </a:rPr>
              <a:t>./</a:t>
            </a:r>
          </a:p>
        </p:txBody>
      </p:sp>
      <p:cxnSp>
        <p:nvCxnSpPr>
          <p:cNvPr id="148" name="Straight Arrow Connector 147">
            <a:extLst>
              <a:ext uri="{FF2B5EF4-FFF2-40B4-BE49-F238E27FC236}">
                <a16:creationId xmlns:a16="http://schemas.microsoft.com/office/drawing/2014/main" id="{C18D7665-A832-8443-896B-568A9954EAE6}"/>
              </a:ext>
            </a:extLst>
          </p:cNvPr>
          <p:cNvCxnSpPr>
            <a:cxnSpLocks/>
          </p:cNvCxnSpPr>
          <p:nvPr/>
        </p:nvCxnSpPr>
        <p:spPr>
          <a:xfrm flipV="1">
            <a:off x="2475926" y="1859503"/>
            <a:ext cx="324965" cy="1420963"/>
          </a:xfrm>
          <a:prstGeom prst="straightConnector1">
            <a:avLst/>
          </a:prstGeom>
          <a:ln>
            <a:solidFill>
              <a:schemeClr val="tx1"/>
            </a:solidFill>
            <a:prstDash val="sysDash"/>
            <a:headEnd type="none" w="med" len="med"/>
            <a:tailEnd type="triangle" w="lg" len="lg"/>
          </a:ln>
          <a:effectLst/>
        </p:spPr>
        <p:style>
          <a:lnRef idx="2">
            <a:schemeClr val="accent1"/>
          </a:lnRef>
          <a:fillRef idx="0">
            <a:schemeClr val="accent1"/>
          </a:fillRef>
          <a:effectRef idx="1">
            <a:schemeClr val="accent1"/>
          </a:effectRef>
          <a:fontRef idx="minor">
            <a:schemeClr val="tx1"/>
          </a:fontRef>
        </p:style>
      </p:cxnSp>
      <p:cxnSp>
        <p:nvCxnSpPr>
          <p:cNvPr id="132" name="Straight Arrow Connector 131">
            <a:extLst>
              <a:ext uri="{FF2B5EF4-FFF2-40B4-BE49-F238E27FC236}">
                <a16:creationId xmlns:a16="http://schemas.microsoft.com/office/drawing/2014/main" id="{BB5EEDEF-98F8-F241-AD6A-391B0FC38911}"/>
              </a:ext>
            </a:extLst>
          </p:cNvPr>
          <p:cNvCxnSpPr>
            <a:cxnSpLocks/>
          </p:cNvCxnSpPr>
          <p:nvPr/>
        </p:nvCxnSpPr>
        <p:spPr>
          <a:xfrm flipH="1" flipV="1">
            <a:off x="9510174" y="1649727"/>
            <a:ext cx="531864" cy="6809"/>
          </a:xfrm>
          <a:prstGeom prst="straightConnector1">
            <a:avLst/>
          </a:prstGeom>
          <a:ln>
            <a:solidFill>
              <a:schemeClr val="tx1"/>
            </a:solidFill>
            <a:tailEnd type="triangle" w="lg" len="lg"/>
          </a:ln>
          <a:effectLst/>
        </p:spPr>
        <p:style>
          <a:lnRef idx="2">
            <a:schemeClr val="accent1"/>
          </a:lnRef>
          <a:fillRef idx="0">
            <a:schemeClr val="accent1"/>
          </a:fillRef>
          <a:effectRef idx="1">
            <a:schemeClr val="accent1"/>
          </a:effectRef>
          <a:fontRef idx="minor">
            <a:schemeClr val="tx1"/>
          </a:fontRef>
        </p:style>
      </p:cxnSp>
      <p:sp>
        <p:nvSpPr>
          <p:cNvPr id="149" name="TextBox 148">
            <a:extLst>
              <a:ext uri="{FF2B5EF4-FFF2-40B4-BE49-F238E27FC236}">
                <a16:creationId xmlns:a16="http://schemas.microsoft.com/office/drawing/2014/main" id="{23DF181C-1CAE-3C41-9BF2-BBD0A5EE2016}"/>
              </a:ext>
            </a:extLst>
          </p:cNvPr>
          <p:cNvSpPr txBox="1"/>
          <p:nvPr/>
        </p:nvSpPr>
        <p:spPr>
          <a:xfrm>
            <a:off x="9664547" y="3677660"/>
            <a:ext cx="750526" cy="338554"/>
          </a:xfrm>
          <a:prstGeom prst="rect">
            <a:avLst/>
          </a:prstGeom>
          <a:solidFill>
            <a:schemeClr val="bg1">
              <a:lumMod val="95000"/>
            </a:schemeClr>
          </a:solidFill>
        </p:spPr>
        <p:txBody>
          <a:bodyPr wrap="none">
            <a:spAutoFit/>
          </a:bodyPr>
          <a:lstStyle/>
          <a:p>
            <a:pPr algn="r">
              <a:defRPr/>
            </a:pPr>
            <a:r>
              <a:rPr lang="en-US" sz="1600" b="1" dirty="0">
                <a:solidFill>
                  <a:srgbClr val="99CC00"/>
                </a:solidFill>
              </a:rPr>
              <a:t>Merge</a:t>
            </a:r>
          </a:p>
        </p:txBody>
      </p:sp>
      <p:sp>
        <p:nvSpPr>
          <p:cNvPr id="192" name="Rectangle 191">
            <a:extLst>
              <a:ext uri="{FF2B5EF4-FFF2-40B4-BE49-F238E27FC236}">
                <a16:creationId xmlns:a16="http://schemas.microsoft.com/office/drawing/2014/main" id="{A7FB1AC8-326E-5C46-A0D4-4DAF59D58669}"/>
              </a:ext>
            </a:extLst>
          </p:cNvPr>
          <p:cNvSpPr/>
          <p:nvPr/>
        </p:nvSpPr>
        <p:spPr>
          <a:xfrm>
            <a:off x="1164676" y="2930933"/>
            <a:ext cx="913712" cy="307777"/>
          </a:xfrm>
          <a:prstGeom prst="rect">
            <a:avLst/>
          </a:prstGeom>
          <a:ln>
            <a:noFill/>
          </a:ln>
        </p:spPr>
        <p:txBody>
          <a:bodyPr wrap="none">
            <a:spAutoFit/>
          </a:bodyPr>
          <a:lstStyle/>
          <a:p>
            <a:pPr>
              <a:defRPr/>
            </a:pPr>
            <a:r>
              <a:rPr lang="en-US" sz="1400" dirty="0">
                <a:solidFill>
                  <a:schemeClr val="bg1"/>
                </a:solidFill>
              </a:rPr>
              <a:t>git-basics</a:t>
            </a:r>
          </a:p>
        </p:txBody>
      </p:sp>
      <p:sp>
        <p:nvSpPr>
          <p:cNvPr id="14346" name="Rectangle 14345">
            <a:extLst>
              <a:ext uri="{FF2B5EF4-FFF2-40B4-BE49-F238E27FC236}">
                <a16:creationId xmlns:a16="http://schemas.microsoft.com/office/drawing/2014/main" id="{17C7C7BE-18C4-894F-96A5-7B36D4A65ABE}"/>
              </a:ext>
            </a:extLst>
          </p:cNvPr>
          <p:cNvSpPr/>
          <p:nvPr/>
        </p:nvSpPr>
        <p:spPr>
          <a:xfrm>
            <a:off x="1034391" y="2540638"/>
            <a:ext cx="1199735" cy="24757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rPr>
              <a:t>git-</a:t>
            </a:r>
            <a:r>
              <a:rPr lang="en-US" sz="1400" dirty="0" err="1">
                <a:solidFill>
                  <a:schemeClr val="tx1"/>
                </a:solidFill>
              </a:rPr>
              <a:t>basics.env</a:t>
            </a:r>
            <a:endParaRPr lang="en-US" sz="1400" dirty="0">
              <a:solidFill>
                <a:schemeClr val="tx1"/>
              </a:solidFill>
            </a:endParaRPr>
          </a:p>
        </p:txBody>
      </p:sp>
      <p:cxnSp>
        <p:nvCxnSpPr>
          <p:cNvPr id="147" name="Straight Arrow Connector 146">
            <a:extLst>
              <a:ext uri="{FF2B5EF4-FFF2-40B4-BE49-F238E27FC236}">
                <a16:creationId xmlns:a16="http://schemas.microsoft.com/office/drawing/2014/main" id="{5D2C656F-EC84-A847-B1C7-7E40A66A903D}"/>
              </a:ext>
            </a:extLst>
          </p:cNvPr>
          <p:cNvCxnSpPr>
            <a:cxnSpLocks/>
          </p:cNvCxnSpPr>
          <p:nvPr/>
        </p:nvCxnSpPr>
        <p:spPr>
          <a:xfrm>
            <a:off x="2099820" y="2780521"/>
            <a:ext cx="0" cy="499945"/>
          </a:xfrm>
          <a:prstGeom prst="straightConnector1">
            <a:avLst/>
          </a:prstGeom>
          <a:ln>
            <a:solidFill>
              <a:schemeClr val="tx1"/>
            </a:solidFill>
            <a:prstDash val="sysDash"/>
            <a:headEnd type="triangle" w="med" len="med"/>
            <a:tailEnd type="triangle" w="lg" len="lg"/>
          </a:ln>
          <a:effectLst/>
        </p:spPr>
        <p:style>
          <a:lnRef idx="2">
            <a:schemeClr val="accent1"/>
          </a:lnRef>
          <a:fillRef idx="0">
            <a:schemeClr val="accent1"/>
          </a:fillRef>
          <a:effectRef idx="1">
            <a:schemeClr val="accent1"/>
          </a:effectRef>
          <a:fontRef idx="minor">
            <a:schemeClr val="tx1"/>
          </a:fontRef>
        </p:style>
      </p:cxnSp>
      <p:cxnSp>
        <p:nvCxnSpPr>
          <p:cNvPr id="176" name="Straight Arrow Connector 175">
            <a:extLst>
              <a:ext uri="{FF2B5EF4-FFF2-40B4-BE49-F238E27FC236}">
                <a16:creationId xmlns:a16="http://schemas.microsoft.com/office/drawing/2014/main" id="{134C3443-A1AA-EB46-909C-4894B01D8FCD}"/>
              </a:ext>
            </a:extLst>
          </p:cNvPr>
          <p:cNvCxnSpPr>
            <a:cxnSpLocks/>
          </p:cNvCxnSpPr>
          <p:nvPr/>
        </p:nvCxnSpPr>
        <p:spPr>
          <a:xfrm flipV="1">
            <a:off x="2383566" y="3967506"/>
            <a:ext cx="0" cy="2025432"/>
          </a:xfrm>
          <a:prstGeom prst="straightConnector1">
            <a:avLst/>
          </a:prstGeom>
          <a:ln>
            <a:solidFill>
              <a:schemeClr val="tx1"/>
            </a:solidFill>
            <a:prstDash val="sysDash"/>
            <a:tailEnd type="triangle" w="lg" len="lg"/>
          </a:ln>
          <a:effectLst/>
        </p:spPr>
        <p:style>
          <a:lnRef idx="2">
            <a:schemeClr val="accent1"/>
          </a:lnRef>
          <a:fillRef idx="0">
            <a:schemeClr val="accent1"/>
          </a:fillRef>
          <a:effectRef idx="1">
            <a:schemeClr val="accent1"/>
          </a:effectRef>
          <a:fontRef idx="minor">
            <a:schemeClr val="tx1"/>
          </a:fontRef>
        </p:style>
      </p:cxnSp>
      <p:sp>
        <p:nvSpPr>
          <p:cNvPr id="8" name="Rectangle 7">
            <a:extLst>
              <a:ext uri="{FF2B5EF4-FFF2-40B4-BE49-F238E27FC236}">
                <a16:creationId xmlns:a16="http://schemas.microsoft.com/office/drawing/2014/main" id="{C1DD9086-2C1F-6A48-9F9B-57116B72414A}"/>
              </a:ext>
            </a:extLst>
          </p:cNvPr>
          <p:cNvSpPr/>
          <p:nvPr/>
        </p:nvSpPr>
        <p:spPr>
          <a:xfrm>
            <a:off x="981530" y="5936841"/>
            <a:ext cx="6114994" cy="307777"/>
          </a:xfrm>
          <a:prstGeom prst="rect">
            <a:avLst/>
          </a:prstGeom>
        </p:spPr>
        <p:txBody>
          <a:bodyPr wrap="square">
            <a:spAutoFit/>
          </a:bodyPr>
          <a:lstStyle/>
          <a:p>
            <a:r>
              <a:rPr lang="en-US" sz="1400" dirty="0"/>
              <a:t>https://</a:t>
            </a:r>
            <a:r>
              <a:rPr lang="en-US" sz="1400" dirty="0" err="1"/>
              <a:t>github.com</a:t>
            </a:r>
            <a:r>
              <a:rPr lang="en-US" sz="1400" dirty="0"/>
              <a:t>/wilsonmar/git-utilities/blob/master/</a:t>
            </a:r>
            <a:r>
              <a:rPr lang="en-US" sz="1400" dirty="0" err="1"/>
              <a:t>aliases.txt</a:t>
            </a:r>
            <a:endParaRPr lang="en-US" sz="1400" b="1" dirty="0"/>
          </a:p>
        </p:txBody>
      </p:sp>
      <p:cxnSp>
        <p:nvCxnSpPr>
          <p:cNvPr id="100" name="Straight Arrow Connector 89"/>
          <p:cNvCxnSpPr>
            <a:cxnSpLocks/>
            <a:stCxn id="126" idx="1"/>
          </p:cNvCxnSpPr>
          <p:nvPr/>
        </p:nvCxnSpPr>
        <p:spPr>
          <a:xfrm rot="10800000" flipV="1">
            <a:off x="2531863" y="425703"/>
            <a:ext cx="240422" cy="556622"/>
          </a:xfrm>
          <a:prstGeom prst="bentConnector2">
            <a:avLst/>
          </a:prstGeom>
          <a:ln w="12700">
            <a:solidFill>
              <a:schemeClr val="bg1">
                <a:lumMod val="65000"/>
              </a:schemeClr>
            </a:solidFill>
            <a:tailEnd type="triangle" w="lg" len="lg"/>
          </a:ln>
          <a:effectLst/>
        </p:spPr>
        <p:style>
          <a:lnRef idx="2">
            <a:schemeClr val="accent1"/>
          </a:lnRef>
          <a:fillRef idx="0">
            <a:schemeClr val="accent1"/>
          </a:fillRef>
          <a:effectRef idx="1">
            <a:schemeClr val="accent1"/>
          </a:effectRef>
          <a:fontRef idx="minor">
            <a:schemeClr val="tx1"/>
          </a:fontRef>
        </p:style>
      </p:cxnSp>
      <p:sp>
        <p:nvSpPr>
          <p:cNvPr id="184" name="TextBox 183">
            <a:extLst>
              <a:ext uri="{FF2B5EF4-FFF2-40B4-BE49-F238E27FC236}">
                <a16:creationId xmlns:a16="http://schemas.microsoft.com/office/drawing/2014/main" id="{A2669528-D555-3545-875C-DD4050EDFBB1}"/>
              </a:ext>
            </a:extLst>
          </p:cNvPr>
          <p:cNvSpPr txBox="1"/>
          <p:nvPr/>
        </p:nvSpPr>
        <p:spPr>
          <a:xfrm>
            <a:off x="1348472" y="614165"/>
            <a:ext cx="875796" cy="307777"/>
          </a:xfrm>
          <a:prstGeom prst="rect">
            <a:avLst/>
          </a:prstGeom>
          <a:noFill/>
        </p:spPr>
        <p:txBody>
          <a:bodyPr wrap="square">
            <a:spAutoFit/>
          </a:bodyPr>
          <a:lstStyle/>
          <a:p>
            <a:pPr>
              <a:defRPr/>
            </a:pPr>
            <a:r>
              <a:rPr lang="en-US" sz="1400" dirty="0">
                <a:latin typeface="Courier New" panose="02070309020205020404" pitchFamily="49" charset="0"/>
                <a:ea typeface="ＭＳ Ｐゴシック" charset="0"/>
                <a:cs typeface="Courier New" panose="02070309020205020404" pitchFamily="49" charset="0"/>
              </a:rPr>
              <a:t>$HOME</a:t>
            </a:r>
            <a:endParaRPr lang="en-US" sz="1400" dirty="0">
              <a:latin typeface="Courier New" charset="0"/>
              <a:ea typeface="Courier New" charset="0"/>
              <a:cs typeface="Courier New" charset="0"/>
            </a:endParaRPr>
          </a:p>
        </p:txBody>
      </p:sp>
      <p:sp>
        <p:nvSpPr>
          <p:cNvPr id="188" name="Rectangle 187">
            <a:extLst>
              <a:ext uri="{FF2B5EF4-FFF2-40B4-BE49-F238E27FC236}">
                <a16:creationId xmlns:a16="http://schemas.microsoft.com/office/drawing/2014/main" id="{1F6F47E8-A002-1D44-9044-1575936B5182}"/>
              </a:ext>
            </a:extLst>
          </p:cNvPr>
          <p:cNvSpPr/>
          <p:nvPr/>
        </p:nvSpPr>
        <p:spPr>
          <a:xfrm>
            <a:off x="977263" y="6143972"/>
            <a:ext cx="6114994" cy="307777"/>
          </a:xfrm>
          <a:prstGeom prst="rect">
            <a:avLst/>
          </a:prstGeom>
        </p:spPr>
        <p:txBody>
          <a:bodyPr wrap="square">
            <a:spAutoFit/>
          </a:bodyPr>
          <a:lstStyle/>
          <a:p>
            <a:r>
              <a:rPr lang="en-US" sz="1400" dirty="0"/>
              <a:t>https://</a:t>
            </a:r>
            <a:r>
              <a:rPr lang="en-US" sz="1400" dirty="0" err="1"/>
              <a:t>github.com</a:t>
            </a:r>
            <a:r>
              <a:rPr lang="en-US" sz="1400" dirty="0"/>
              <a:t>/wilsonmar/git-utilities/blob/master/</a:t>
            </a:r>
            <a:r>
              <a:rPr lang="en-US" sz="1400" b="1" dirty="0"/>
              <a:t>git-</a:t>
            </a:r>
            <a:r>
              <a:rPr lang="en-US" sz="1400" b="1" dirty="0" err="1"/>
              <a:t>basics.sh</a:t>
            </a:r>
            <a:endParaRPr lang="en-US" sz="1400" b="1" dirty="0"/>
          </a:p>
        </p:txBody>
      </p:sp>
      <p:sp>
        <p:nvSpPr>
          <p:cNvPr id="189" name="Rectangle 188">
            <a:extLst>
              <a:ext uri="{FF2B5EF4-FFF2-40B4-BE49-F238E27FC236}">
                <a16:creationId xmlns:a16="http://schemas.microsoft.com/office/drawing/2014/main" id="{C4DC35CC-B864-B145-A596-A14C672079C5}"/>
              </a:ext>
            </a:extLst>
          </p:cNvPr>
          <p:cNvSpPr/>
          <p:nvPr/>
        </p:nvSpPr>
        <p:spPr>
          <a:xfrm>
            <a:off x="1199336" y="1378102"/>
            <a:ext cx="1356355" cy="813385"/>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90" name="Rectangle 189">
            <a:extLst>
              <a:ext uri="{FF2B5EF4-FFF2-40B4-BE49-F238E27FC236}">
                <a16:creationId xmlns:a16="http://schemas.microsoft.com/office/drawing/2014/main" id="{93A33557-86E7-FB4E-8C47-8D5D2BB20BAF}"/>
              </a:ext>
            </a:extLst>
          </p:cNvPr>
          <p:cNvSpPr/>
          <p:nvPr/>
        </p:nvSpPr>
        <p:spPr>
          <a:xfrm>
            <a:off x="1188328" y="1348420"/>
            <a:ext cx="1297150" cy="307777"/>
          </a:xfrm>
          <a:prstGeom prst="rect">
            <a:avLst/>
          </a:prstGeom>
          <a:ln>
            <a:noFill/>
          </a:ln>
        </p:spPr>
        <p:txBody>
          <a:bodyPr wrap="none">
            <a:spAutoFit/>
          </a:bodyPr>
          <a:lstStyle/>
          <a:p>
            <a:pPr>
              <a:defRPr/>
            </a:pPr>
            <a:r>
              <a:rPr lang="en-US" sz="1400" dirty="0">
                <a:solidFill>
                  <a:schemeClr val="bg1"/>
                </a:solidFill>
              </a:rPr>
              <a:t>~/.bash_profile</a:t>
            </a:r>
          </a:p>
        </p:txBody>
      </p:sp>
      <p:cxnSp>
        <p:nvCxnSpPr>
          <p:cNvPr id="193" name="Straight Arrow Connector 184">
            <a:extLst>
              <a:ext uri="{FF2B5EF4-FFF2-40B4-BE49-F238E27FC236}">
                <a16:creationId xmlns:a16="http://schemas.microsoft.com/office/drawing/2014/main" id="{F913F1A7-BC3A-9745-8658-64EB7D7397B6}"/>
              </a:ext>
            </a:extLst>
          </p:cNvPr>
          <p:cNvCxnSpPr>
            <a:cxnSpLocks/>
            <a:stCxn id="188" idx="1"/>
          </p:cNvCxnSpPr>
          <p:nvPr/>
        </p:nvCxnSpPr>
        <p:spPr>
          <a:xfrm rot="10800000" flipH="1">
            <a:off x="977263" y="4309021"/>
            <a:ext cx="221604" cy="1988840"/>
          </a:xfrm>
          <a:prstGeom prst="bentConnector4">
            <a:avLst>
              <a:gd name="adj1" fmla="val -103157"/>
              <a:gd name="adj2" fmla="val 47739"/>
            </a:avLst>
          </a:prstGeom>
          <a:ln>
            <a:solidFill>
              <a:schemeClr val="tx1"/>
            </a:solidFill>
            <a:prstDash val="dash"/>
            <a:tailEnd type="triangle" w="lg" len="lg"/>
          </a:ln>
          <a:effectLst/>
        </p:spPr>
        <p:style>
          <a:lnRef idx="2">
            <a:schemeClr val="accent1"/>
          </a:lnRef>
          <a:fillRef idx="0">
            <a:schemeClr val="accent1"/>
          </a:fillRef>
          <a:effectRef idx="1">
            <a:schemeClr val="accent1"/>
          </a:effectRef>
          <a:fontRef idx="minor">
            <a:schemeClr val="tx1"/>
          </a:fontRef>
        </p:style>
      </p:cxnSp>
      <p:sp>
        <p:nvSpPr>
          <p:cNvPr id="194" name="TextBox 193">
            <a:extLst>
              <a:ext uri="{FF2B5EF4-FFF2-40B4-BE49-F238E27FC236}">
                <a16:creationId xmlns:a16="http://schemas.microsoft.com/office/drawing/2014/main" id="{2867104D-0272-8543-8479-CEBE38ED9911}"/>
              </a:ext>
            </a:extLst>
          </p:cNvPr>
          <p:cNvSpPr txBox="1"/>
          <p:nvPr/>
        </p:nvSpPr>
        <p:spPr>
          <a:xfrm>
            <a:off x="1283612" y="1558946"/>
            <a:ext cx="1231900" cy="307777"/>
          </a:xfrm>
          <a:prstGeom prst="rect">
            <a:avLst/>
          </a:prstGeom>
          <a:noFill/>
        </p:spPr>
        <p:txBody>
          <a:bodyPr wrap="square">
            <a:spAutoFit/>
          </a:bodyPr>
          <a:lstStyle/>
          <a:p>
            <a:pPr>
              <a:defRPr/>
            </a:pPr>
            <a:r>
              <a:rPr lang="en-US" sz="1400" dirty="0">
                <a:latin typeface="Courier New" charset="0"/>
                <a:ea typeface="Courier New" charset="0"/>
                <a:cs typeface="Courier New" charset="0"/>
              </a:rPr>
              <a:t>PATH= ...</a:t>
            </a:r>
          </a:p>
        </p:txBody>
      </p:sp>
      <p:cxnSp>
        <p:nvCxnSpPr>
          <p:cNvPr id="196" name="Straight Arrow Connector 195">
            <a:extLst>
              <a:ext uri="{FF2B5EF4-FFF2-40B4-BE49-F238E27FC236}">
                <a16:creationId xmlns:a16="http://schemas.microsoft.com/office/drawing/2014/main" id="{5F74CC8B-7914-2344-A9E6-F6DCDF2F2791}"/>
              </a:ext>
            </a:extLst>
          </p:cNvPr>
          <p:cNvCxnSpPr>
            <a:cxnSpLocks/>
          </p:cNvCxnSpPr>
          <p:nvPr/>
        </p:nvCxnSpPr>
        <p:spPr>
          <a:xfrm flipV="1">
            <a:off x="2383566" y="2092739"/>
            <a:ext cx="0" cy="1244117"/>
          </a:xfrm>
          <a:prstGeom prst="straightConnector1">
            <a:avLst/>
          </a:prstGeom>
          <a:ln>
            <a:solidFill>
              <a:schemeClr val="tx1"/>
            </a:solidFill>
            <a:prstDash val="sysDash"/>
            <a:tailEnd type="triangle" w="lg" len="lg"/>
          </a:ln>
          <a:effectLst/>
        </p:spPr>
        <p:style>
          <a:lnRef idx="2">
            <a:schemeClr val="accent1"/>
          </a:lnRef>
          <a:fillRef idx="0">
            <a:schemeClr val="accent1"/>
          </a:fillRef>
          <a:effectRef idx="1">
            <a:schemeClr val="accent1"/>
          </a:effectRef>
          <a:fontRef idx="minor">
            <a:schemeClr val="tx1"/>
          </a:fontRef>
        </p:style>
      </p:cxnSp>
      <p:sp>
        <p:nvSpPr>
          <p:cNvPr id="14337" name="Freeform 14336">
            <a:extLst>
              <a:ext uri="{FF2B5EF4-FFF2-40B4-BE49-F238E27FC236}">
                <a16:creationId xmlns:a16="http://schemas.microsoft.com/office/drawing/2014/main" id="{F0A1CCB7-6B7C-4E4A-9034-35BBCDAAFF59}"/>
              </a:ext>
            </a:extLst>
          </p:cNvPr>
          <p:cNvSpPr/>
          <p:nvPr/>
        </p:nvSpPr>
        <p:spPr>
          <a:xfrm>
            <a:off x="773050" y="533400"/>
            <a:ext cx="430910" cy="964288"/>
          </a:xfrm>
          <a:custGeom>
            <a:avLst/>
            <a:gdLst>
              <a:gd name="connsiteX0" fmla="*/ 430910 w 430910"/>
              <a:gd name="connsiteY0" fmla="*/ 1165860 h 1165860"/>
              <a:gd name="connsiteX1" fmla="*/ 11810 w 430910"/>
              <a:gd name="connsiteY1" fmla="*/ 609600 h 1165860"/>
              <a:gd name="connsiteX2" fmla="*/ 156590 w 430910"/>
              <a:gd name="connsiteY2" fmla="*/ 0 h 1165860"/>
            </a:gdLst>
            <a:ahLst/>
            <a:cxnLst>
              <a:cxn ang="0">
                <a:pos x="connsiteX0" y="connsiteY0"/>
              </a:cxn>
              <a:cxn ang="0">
                <a:pos x="connsiteX1" y="connsiteY1"/>
              </a:cxn>
              <a:cxn ang="0">
                <a:pos x="connsiteX2" y="connsiteY2"/>
              </a:cxn>
            </a:cxnLst>
            <a:rect l="l" t="t" r="r" b="b"/>
            <a:pathLst>
              <a:path w="430910" h="1165860">
                <a:moveTo>
                  <a:pt x="430910" y="1165860"/>
                </a:moveTo>
                <a:cubicBezTo>
                  <a:pt x="244220" y="984885"/>
                  <a:pt x="57530" y="803910"/>
                  <a:pt x="11810" y="609600"/>
                </a:cubicBezTo>
                <a:cubicBezTo>
                  <a:pt x="-33910" y="415290"/>
                  <a:pt x="61340" y="207645"/>
                  <a:pt x="156590" y="0"/>
                </a:cubicBezTo>
              </a:path>
            </a:pathLst>
          </a:custGeom>
          <a:no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 name="TextBox 196">
            <a:extLst>
              <a:ext uri="{FF2B5EF4-FFF2-40B4-BE49-F238E27FC236}">
                <a16:creationId xmlns:a16="http://schemas.microsoft.com/office/drawing/2014/main" id="{21A7F2A9-C675-7C4E-833E-DE33908397EB}"/>
              </a:ext>
            </a:extLst>
          </p:cNvPr>
          <p:cNvSpPr txBox="1"/>
          <p:nvPr/>
        </p:nvSpPr>
        <p:spPr>
          <a:xfrm>
            <a:off x="1283612" y="1696653"/>
            <a:ext cx="1358230" cy="307777"/>
          </a:xfrm>
          <a:prstGeom prst="rect">
            <a:avLst/>
          </a:prstGeom>
          <a:noFill/>
        </p:spPr>
        <p:txBody>
          <a:bodyPr wrap="square">
            <a:spAutoFit/>
          </a:bodyPr>
          <a:lstStyle/>
          <a:p>
            <a:pPr>
              <a:defRPr/>
            </a:pPr>
            <a:r>
              <a:rPr lang="en-US" sz="1400" dirty="0">
                <a:latin typeface="Courier New" charset="0"/>
                <a:ea typeface="Courier New" charset="0"/>
                <a:cs typeface="Courier New" charset="0"/>
              </a:rPr>
              <a:t>export ...</a:t>
            </a:r>
          </a:p>
        </p:txBody>
      </p:sp>
      <p:sp>
        <p:nvSpPr>
          <p:cNvPr id="198" name="TextBox 197">
            <a:extLst>
              <a:ext uri="{FF2B5EF4-FFF2-40B4-BE49-F238E27FC236}">
                <a16:creationId xmlns:a16="http://schemas.microsoft.com/office/drawing/2014/main" id="{8B577F6F-F80E-E745-8F20-E0D17EEF2817}"/>
              </a:ext>
            </a:extLst>
          </p:cNvPr>
          <p:cNvSpPr txBox="1"/>
          <p:nvPr/>
        </p:nvSpPr>
        <p:spPr>
          <a:xfrm>
            <a:off x="1298852" y="1872309"/>
            <a:ext cx="1231900" cy="307777"/>
          </a:xfrm>
          <a:prstGeom prst="rect">
            <a:avLst/>
          </a:prstGeom>
          <a:noFill/>
        </p:spPr>
        <p:txBody>
          <a:bodyPr wrap="square">
            <a:spAutoFit/>
          </a:bodyPr>
          <a:lstStyle/>
          <a:p>
            <a:pPr>
              <a:defRPr/>
            </a:pPr>
            <a:r>
              <a:rPr lang="en-US" sz="1400" dirty="0">
                <a:latin typeface="Courier New" charset="0"/>
                <a:ea typeface="Courier New" charset="0"/>
                <a:cs typeface="Courier New" charset="0"/>
              </a:rPr>
              <a:t>alias ...</a:t>
            </a:r>
          </a:p>
        </p:txBody>
      </p:sp>
      <p:sp>
        <p:nvSpPr>
          <p:cNvPr id="199" name="TextBox 198">
            <a:extLst>
              <a:ext uri="{FF2B5EF4-FFF2-40B4-BE49-F238E27FC236}">
                <a16:creationId xmlns:a16="http://schemas.microsoft.com/office/drawing/2014/main" id="{DB2CBE64-AF53-AB45-85EB-0D29E66C6CCF}"/>
              </a:ext>
            </a:extLst>
          </p:cNvPr>
          <p:cNvSpPr txBox="1"/>
          <p:nvPr/>
        </p:nvSpPr>
        <p:spPr>
          <a:xfrm>
            <a:off x="356325" y="1353995"/>
            <a:ext cx="837590" cy="307777"/>
          </a:xfrm>
          <a:prstGeom prst="rect">
            <a:avLst/>
          </a:prstGeom>
          <a:noFill/>
        </p:spPr>
        <p:txBody>
          <a:bodyPr wrap="square">
            <a:spAutoFit/>
          </a:bodyPr>
          <a:lstStyle/>
          <a:p>
            <a:pPr algn="r">
              <a:defRPr/>
            </a:pPr>
            <a:r>
              <a:rPr lang="en-US" sz="1400" dirty="0">
                <a:latin typeface="Courier New" charset="0"/>
                <a:ea typeface="Courier New" charset="0"/>
                <a:cs typeface="Courier New" charset="0"/>
              </a:rPr>
              <a:t>source</a:t>
            </a:r>
          </a:p>
        </p:txBody>
      </p:sp>
      <p:cxnSp>
        <p:nvCxnSpPr>
          <p:cNvPr id="200" name="Straight Arrow Connector 199">
            <a:extLst>
              <a:ext uri="{FF2B5EF4-FFF2-40B4-BE49-F238E27FC236}">
                <a16:creationId xmlns:a16="http://schemas.microsoft.com/office/drawing/2014/main" id="{21DFBDF0-D963-A840-8C8E-43E1681F7C21}"/>
              </a:ext>
            </a:extLst>
          </p:cNvPr>
          <p:cNvCxnSpPr>
            <a:cxnSpLocks/>
          </p:cNvCxnSpPr>
          <p:nvPr/>
        </p:nvCxnSpPr>
        <p:spPr>
          <a:xfrm flipV="1">
            <a:off x="2386442" y="3482611"/>
            <a:ext cx="0" cy="250847"/>
          </a:xfrm>
          <a:prstGeom prst="straightConnector1">
            <a:avLst/>
          </a:prstGeom>
          <a:ln>
            <a:solidFill>
              <a:schemeClr val="tx1"/>
            </a:solidFill>
            <a:prstDash val="sysDash"/>
            <a:tailEnd type="triangle" w="lg" len="lg"/>
          </a:ln>
          <a:effectLst/>
        </p:spPr>
        <p:style>
          <a:lnRef idx="2">
            <a:schemeClr val="accent1"/>
          </a:lnRef>
          <a:fillRef idx="0">
            <a:schemeClr val="accent1"/>
          </a:fillRef>
          <a:effectRef idx="1">
            <a:schemeClr val="accent1"/>
          </a:effectRef>
          <a:fontRef idx="minor">
            <a:schemeClr val="tx1"/>
          </a:fontRef>
        </p:style>
      </p:cxnSp>
      <p:sp>
        <p:nvSpPr>
          <p:cNvPr id="201" name="TextBox 200">
            <a:extLst>
              <a:ext uri="{FF2B5EF4-FFF2-40B4-BE49-F238E27FC236}">
                <a16:creationId xmlns:a16="http://schemas.microsoft.com/office/drawing/2014/main" id="{08EDA844-CEA0-9548-A08E-115AD03420CD}"/>
              </a:ext>
            </a:extLst>
          </p:cNvPr>
          <p:cNvSpPr txBox="1"/>
          <p:nvPr/>
        </p:nvSpPr>
        <p:spPr>
          <a:xfrm>
            <a:off x="1059870" y="971257"/>
            <a:ext cx="628445" cy="307777"/>
          </a:xfrm>
          <a:prstGeom prst="rect">
            <a:avLst/>
          </a:prstGeom>
          <a:noFill/>
        </p:spPr>
        <p:txBody>
          <a:bodyPr wrap="square">
            <a:spAutoFit/>
          </a:bodyPr>
          <a:lstStyle/>
          <a:p>
            <a:pPr>
              <a:defRPr/>
            </a:pPr>
            <a:r>
              <a:rPr lang="en-US" sz="1400" dirty="0">
                <a:latin typeface="Courier New" charset="0"/>
                <a:ea typeface="Courier New" charset="0"/>
                <a:cs typeface="Courier New" charset="0"/>
              </a:rPr>
              <a:t>pwd</a:t>
            </a:r>
          </a:p>
        </p:txBody>
      </p:sp>
      <p:sp>
        <p:nvSpPr>
          <p:cNvPr id="202" name="TextBox 201">
            <a:extLst>
              <a:ext uri="{FF2B5EF4-FFF2-40B4-BE49-F238E27FC236}">
                <a16:creationId xmlns:a16="http://schemas.microsoft.com/office/drawing/2014/main" id="{7D1863C1-1042-D14A-8CF5-73C8B2D314D2}"/>
              </a:ext>
            </a:extLst>
          </p:cNvPr>
          <p:cNvSpPr txBox="1"/>
          <p:nvPr/>
        </p:nvSpPr>
        <p:spPr>
          <a:xfrm>
            <a:off x="1082089" y="2168761"/>
            <a:ext cx="1493343" cy="307777"/>
          </a:xfrm>
          <a:prstGeom prst="rect">
            <a:avLst/>
          </a:prstGeom>
          <a:noFill/>
        </p:spPr>
        <p:txBody>
          <a:bodyPr wrap="square">
            <a:spAutoFit/>
          </a:bodyPr>
          <a:lstStyle/>
          <a:p>
            <a:pPr>
              <a:defRPr/>
            </a:pPr>
            <a:r>
              <a:rPr lang="en-US" sz="1400" dirty="0">
                <a:latin typeface="Courier New" charset="0"/>
                <a:ea typeface="Courier New" charset="0"/>
                <a:cs typeface="Courier New" charset="0"/>
              </a:rPr>
              <a:t>ls –al [</a:t>
            </a:r>
            <a:r>
              <a:rPr lang="en-US" sz="1400" dirty="0" err="1">
                <a:latin typeface="Courier New" charset="0"/>
                <a:ea typeface="Courier New" charset="0"/>
                <a:cs typeface="Courier New" charset="0"/>
              </a:rPr>
              <a:t>ll</a:t>
            </a:r>
            <a:r>
              <a:rPr lang="en-US" sz="1400" dirty="0">
                <a:latin typeface="Courier New" charset="0"/>
                <a:ea typeface="Courier New" charset="0"/>
                <a:cs typeface="Courier New" charset="0"/>
              </a:rPr>
              <a:t>]</a:t>
            </a:r>
          </a:p>
        </p:txBody>
      </p:sp>
      <p:cxnSp>
        <p:nvCxnSpPr>
          <p:cNvPr id="156" name="Straight Arrow Connector 184">
            <a:extLst>
              <a:ext uri="{FF2B5EF4-FFF2-40B4-BE49-F238E27FC236}">
                <a16:creationId xmlns:a16="http://schemas.microsoft.com/office/drawing/2014/main" id="{8B3A3558-7DEB-ED4F-973D-6F4B5EF7741C}"/>
              </a:ext>
            </a:extLst>
          </p:cNvPr>
          <p:cNvCxnSpPr>
            <a:cxnSpLocks/>
          </p:cNvCxnSpPr>
          <p:nvPr/>
        </p:nvCxnSpPr>
        <p:spPr>
          <a:xfrm rot="10800000" flipH="1">
            <a:off x="1109659" y="3506134"/>
            <a:ext cx="222320" cy="727701"/>
          </a:xfrm>
          <a:prstGeom prst="bentConnector4">
            <a:avLst>
              <a:gd name="adj1" fmla="val -102825"/>
              <a:gd name="adj2" fmla="val 98271"/>
            </a:avLst>
          </a:prstGeom>
          <a:ln>
            <a:solidFill>
              <a:schemeClr val="tx1"/>
            </a:solidFill>
            <a:prstDash val="solid"/>
            <a:tailEnd type="triangle" w="lg" len="lg"/>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99465526"/>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0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9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433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8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9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9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98"/>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02"/>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8"/>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76"/>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95"/>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193"/>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1" nodeType="clickEffect">
                                  <p:stCondLst>
                                    <p:cond delay="0"/>
                                  </p:stCondLst>
                                  <p:childTnLst>
                                    <p:set>
                                      <p:cBhvr>
                                        <p:cTn id="72" dur="1" fill="hold">
                                          <p:stCondLst>
                                            <p:cond delay="0"/>
                                          </p:stCondLst>
                                        </p:cTn>
                                        <p:tgtEl>
                                          <p:spTgt spid="192"/>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191"/>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156"/>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206"/>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186"/>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141"/>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207"/>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nodeType="clickEffect">
                                  <p:stCondLst>
                                    <p:cond delay="0"/>
                                  </p:stCondLst>
                                  <p:childTnLst>
                                    <p:set>
                                      <p:cBhvr>
                                        <p:cTn id="92" dur="1" fill="hold">
                                          <p:stCondLst>
                                            <p:cond delay="0"/>
                                          </p:stCondLst>
                                        </p:cTn>
                                        <p:tgtEl>
                                          <p:spTgt spid="196"/>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200"/>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199"/>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14346"/>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147"/>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grpId="0" nodeType="clickEffect">
                                  <p:stCondLst>
                                    <p:cond delay="0"/>
                                  </p:stCondLst>
                                  <p:childTnLst>
                                    <p:set>
                                      <p:cBhvr>
                                        <p:cTn id="108" dur="1" fill="hold">
                                          <p:stCondLst>
                                            <p:cond delay="0"/>
                                          </p:stCondLst>
                                        </p:cTn>
                                        <p:tgtEl>
                                          <p:spTgt spid="181"/>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grpId="0" nodeType="clickEffect">
                                  <p:stCondLst>
                                    <p:cond delay="0"/>
                                  </p:stCondLst>
                                  <p:childTnLst>
                                    <p:set>
                                      <p:cBhvr>
                                        <p:cTn id="112" dur="1" fill="hold">
                                          <p:stCondLst>
                                            <p:cond delay="0"/>
                                          </p:stCondLst>
                                        </p:cTn>
                                        <p:tgtEl>
                                          <p:spTgt spid="50"/>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grpId="0" nodeType="clickEffect">
                                  <p:stCondLst>
                                    <p:cond delay="0"/>
                                  </p:stCondLst>
                                  <p:childTnLst>
                                    <p:set>
                                      <p:cBhvr>
                                        <p:cTn id="116" dur="1" fill="hold">
                                          <p:stCondLst>
                                            <p:cond delay="0"/>
                                          </p:stCondLst>
                                        </p:cTn>
                                        <p:tgtEl>
                                          <p:spTgt spid="133"/>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presetID="1" presetClass="entr" presetSubtype="0" fill="hold" grpId="0" nodeType="clickEffect">
                                  <p:stCondLst>
                                    <p:cond delay="0"/>
                                  </p:stCondLst>
                                  <p:childTnLst>
                                    <p:set>
                                      <p:cBhvr>
                                        <p:cTn id="120" dur="1" fill="hold">
                                          <p:stCondLst>
                                            <p:cond delay="0"/>
                                          </p:stCondLst>
                                        </p:cTn>
                                        <p:tgtEl>
                                          <p:spTgt spid="115"/>
                                        </p:tgtEl>
                                        <p:attrNameLst>
                                          <p:attrName>style.visibility</p:attrName>
                                        </p:attrNameLst>
                                      </p:cBhvr>
                                      <p:to>
                                        <p:strVal val="visible"/>
                                      </p:to>
                                    </p:set>
                                  </p:childTnLst>
                                </p:cTn>
                              </p:par>
                            </p:childTnLst>
                          </p:cTn>
                        </p:par>
                      </p:childTnLst>
                    </p:cTn>
                  </p:par>
                  <p:par>
                    <p:cTn id="121" fill="hold">
                      <p:stCondLst>
                        <p:cond delay="indefinite"/>
                      </p:stCondLst>
                      <p:childTnLst>
                        <p:par>
                          <p:cTn id="122" fill="hold">
                            <p:stCondLst>
                              <p:cond delay="0"/>
                            </p:stCondLst>
                            <p:childTnLst>
                              <p:par>
                                <p:cTn id="123" presetID="1" presetClass="entr" presetSubtype="0" fill="hold" grpId="0" nodeType="clickEffect">
                                  <p:stCondLst>
                                    <p:cond delay="0"/>
                                  </p:stCondLst>
                                  <p:childTnLst>
                                    <p:set>
                                      <p:cBhvr>
                                        <p:cTn id="124" dur="1" fill="hold">
                                          <p:stCondLst>
                                            <p:cond delay="0"/>
                                          </p:stCondLst>
                                        </p:cTn>
                                        <p:tgtEl>
                                          <p:spTgt spid="126"/>
                                        </p:tgtEl>
                                        <p:attrNameLst>
                                          <p:attrName>style.visibility</p:attrName>
                                        </p:attrNameLst>
                                      </p:cBhvr>
                                      <p:to>
                                        <p:strVal val="visible"/>
                                      </p:to>
                                    </p:set>
                                  </p:childTnLst>
                                </p:cTn>
                              </p:par>
                              <p:par>
                                <p:cTn id="125" presetID="1" presetClass="entr" presetSubtype="0" fill="hold" nodeType="withEffect">
                                  <p:stCondLst>
                                    <p:cond delay="0"/>
                                  </p:stCondLst>
                                  <p:childTnLst>
                                    <p:set>
                                      <p:cBhvr>
                                        <p:cTn id="126" dur="1" fill="hold">
                                          <p:stCondLst>
                                            <p:cond delay="0"/>
                                          </p:stCondLst>
                                        </p:cTn>
                                        <p:tgtEl>
                                          <p:spTgt spid="100"/>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grpId="0" nodeType="clickEffect">
                                  <p:stCondLst>
                                    <p:cond delay="0"/>
                                  </p:stCondLst>
                                  <p:childTnLst>
                                    <p:set>
                                      <p:cBhvr>
                                        <p:cTn id="130" dur="1" fill="hold">
                                          <p:stCondLst>
                                            <p:cond delay="0"/>
                                          </p:stCondLst>
                                        </p:cTn>
                                        <p:tgtEl>
                                          <p:spTgt spid="166"/>
                                        </p:tgtEl>
                                        <p:attrNameLst>
                                          <p:attrName>style.visibility</p:attrName>
                                        </p:attrNameLst>
                                      </p:cBhvr>
                                      <p:to>
                                        <p:strVal val="visible"/>
                                      </p:to>
                                    </p:set>
                                  </p:childTnLst>
                                </p:cTn>
                              </p:par>
                              <p:par>
                                <p:cTn id="131" presetID="1" presetClass="entr" presetSubtype="0" fill="hold" grpId="0" nodeType="withEffect">
                                  <p:stCondLst>
                                    <p:cond delay="0"/>
                                  </p:stCondLst>
                                  <p:childTnLst>
                                    <p:set>
                                      <p:cBhvr>
                                        <p:cTn id="132" dur="1" fill="hold">
                                          <p:stCondLst>
                                            <p:cond delay="0"/>
                                          </p:stCondLst>
                                        </p:cTn>
                                        <p:tgtEl>
                                          <p:spTgt spid="169"/>
                                        </p:tgtEl>
                                        <p:attrNameLst>
                                          <p:attrName>style.visibility</p:attrName>
                                        </p:attrNameLst>
                                      </p:cBhvr>
                                      <p:to>
                                        <p:strVal val="visible"/>
                                      </p:to>
                                    </p:set>
                                  </p:childTnLst>
                                </p:cTn>
                              </p:par>
                            </p:childTnLst>
                          </p:cTn>
                        </p:par>
                      </p:childTnLst>
                    </p:cTn>
                  </p:par>
                  <p:par>
                    <p:cTn id="133" fill="hold">
                      <p:stCondLst>
                        <p:cond delay="indefinite"/>
                      </p:stCondLst>
                      <p:childTnLst>
                        <p:par>
                          <p:cTn id="134" fill="hold">
                            <p:stCondLst>
                              <p:cond delay="0"/>
                            </p:stCondLst>
                            <p:childTnLst>
                              <p:par>
                                <p:cTn id="135" presetID="1" presetClass="entr" presetSubtype="0" fill="hold" grpId="0" nodeType="clickEffect">
                                  <p:stCondLst>
                                    <p:cond delay="0"/>
                                  </p:stCondLst>
                                  <p:childTnLst>
                                    <p:set>
                                      <p:cBhvr>
                                        <p:cTn id="136" dur="1" fill="hold">
                                          <p:stCondLst>
                                            <p:cond delay="0"/>
                                          </p:stCondLst>
                                        </p:cTn>
                                        <p:tgtEl>
                                          <p:spTgt spid="167"/>
                                        </p:tgtEl>
                                        <p:attrNameLst>
                                          <p:attrName>style.visibility</p:attrName>
                                        </p:attrNameLst>
                                      </p:cBhvr>
                                      <p:to>
                                        <p:strVal val="visible"/>
                                      </p:to>
                                    </p:set>
                                  </p:childTnLst>
                                </p:cTn>
                              </p:par>
                              <p:par>
                                <p:cTn id="137" presetID="1" presetClass="entr" presetSubtype="0" fill="hold" grpId="0" nodeType="withEffect">
                                  <p:stCondLst>
                                    <p:cond delay="0"/>
                                  </p:stCondLst>
                                  <p:childTnLst>
                                    <p:set>
                                      <p:cBhvr>
                                        <p:cTn id="138" dur="1" fill="hold">
                                          <p:stCondLst>
                                            <p:cond delay="0"/>
                                          </p:stCondLst>
                                        </p:cTn>
                                        <p:tgtEl>
                                          <p:spTgt spid="168"/>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grpId="0" nodeType="clickEffect">
                                  <p:stCondLst>
                                    <p:cond delay="0"/>
                                  </p:stCondLst>
                                  <p:childTnLst>
                                    <p:set>
                                      <p:cBhvr>
                                        <p:cTn id="142" dur="1" fill="hold">
                                          <p:stCondLst>
                                            <p:cond delay="0"/>
                                          </p:stCondLst>
                                        </p:cTn>
                                        <p:tgtEl>
                                          <p:spTgt spid="129"/>
                                        </p:tgtEl>
                                        <p:attrNameLst>
                                          <p:attrName>style.visibility</p:attrName>
                                        </p:attrNameLst>
                                      </p:cBhvr>
                                      <p:to>
                                        <p:strVal val="visible"/>
                                      </p:to>
                                    </p:set>
                                  </p:childTnLst>
                                </p:cTn>
                              </p:par>
                              <p:par>
                                <p:cTn id="143" presetID="1" presetClass="entr" presetSubtype="0" fill="hold" grpId="0" nodeType="withEffect">
                                  <p:stCondLst>
                                    <p:cond delay="0"/>
                                  </p:stCondLst>
                                  <p:childTnLst>
                                    <p:set>
                                      <p:cBhvr>
                                        <p:cTn id="144" dur="1" fill="hold">
                                          <p:stCondLst>
                                            <p:cond delay="0"/>
                                          </p:stCondLst>
                                        </p:cTn>
                                        <p:tgtEl>
                                          <p:spTgt spid="111"/>
                                        </p:tgtEl>
                                        <p:attrNameLst>
                                          <p:attrName>style.visibility</p:attrName>
                                        </p:attrNameLst>
                                      </p:cBhvr>
                                      <p:to>
                                        <p:strVal val="visible"/>
                                      </p:to>
                                    </p:set>
                                  </p:childTnLst>
                                </p:cTn>
                              </p:par>
                              <p:par>
                                <p:cTn id="145" presetID="1" presetClass="entr" presetSubtype="0" fill="hold" grpId="0" nodeType="withEffect">
                                  <p:stCondLst>
                                    <p:cond delay="0"/>
                                  </p:stCondLst>
                                  <p:childTnLst>
                                    <p:set>
                                      <p:cBhvr>
                                        <p:cTn id="146" dur="1" fill="hold">
                                          <p:stCondLst>
                                            <p:cond delay="0"/>
                                          </p:stCondLst>
                                        </p:cTn>
                                        <p:tgtEl>
                                          <p:spTgt spid="69"/>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grpId="0" nodeType="clickEffect">
                                  <p:stCondLst>
                                    <p:cond delay="0"/>
                                  </p:stCondLst>
                                  <p:childTnLst>
                                    <p:set>
                                      <p:cBhvr>
                                        <p:cTn id="150" dur="1" fill="hold">
                                          <p:stCondLst>
                                            <p:cond delay="0"/>
                                          </p:stCondLst>
                                        </p:cTn>
                                        <p:tgtEl>
                                          <p:spTgt spid="128"/>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grpId="0" nodeType="clickEffect">
                                  <p:stCondLst>
                                    <p:cond delay="0"/>
                                  </p:stCondLst>
                                  <p:childTnLst>
                                    <p:set>
                                      <p:cBhvr>
                                        <p:cTn id="154" dur="1" fill="hold">
                                          <p:stCondLst>
                                            <p:cond delay="0"/>
                                          </p:stCondLst>
                                        </p:cTn>
                                        <p:tgtEl>
                                          <p:spTgt spid="47"/>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1" presetClass="entr" presetSubtype="0" fill="hold" grpId="0" nodeType="clickEffect">
                                  <p:stCondLst>
                                    <p:cond delay="0"/>
                                  </p:stCondLst>
                                  <p:childTnLst>
                                    <p:set>
                                      <p:cBhvr>
                                        <p:cTn id="158" dur="1" fill="hold">
                                          <p:stCondLst>
                                            <p:cond delay="0"/>
                                          </p:stCondLst>
                                        </p:cTn>
                                        <p:tgtEl>
                                          <p:spTgt spid="134"/>
                                        </p:tgtEl>
                                        <p:attrNameLst>
                                          <p:attrName>style.visibility</p:attrName>
                                        </p:attrNameLst>
                                      </p:cBhvr>
                                      <p:to>
                                        <p:strVal val="visible"/>
                                      </p:to>
                                    </p:set>
                                  </p:childTnLst>
                                </p:cTn>
                              </p:par>
                              <p:par>
                                <p:cTn id="159" presetID="1" presetClass="entr" presetSubtype="0" fill="hold" nodeType="withEffect">
                                  <p:stCondLst>
                                    <p:cond delay="0"/>
                                  </p:stCondLst>
                                  <p:childTnLst>
                                    <p:set>
                                      <p:cBhvr>
                                        <p:cTn id="160" dur="1" fill="hold">
                                          <p:stCondLst>
                                            <p:cond delay="0"/>
                                          </p:stCondLst>
                                        </p:cTn>
                                        <p:tgtEl>
                                          <p:spTgt spid="157"/>
                                        </p:tgtEl>
                                        <p:attrNameLst>
                                          <p:attrName>style.visibility</p:attrName>
                                        </p:attrNameLst>
                                      </p:cBhvr>
                                      <p:to>
                                        <p:strVal val="visible"/>
                                      </p:to>
                                    </p:set>
                                  </p:childTnLst>
                                </p:cTn>
                              </p:par>
                            </p:childTnLst>
                          </p:cTn>
                        </p:par>
                      </p:childTnLst>
                    </p:cTn>
                  </p:par>
                  <p:par>
                    <p:cTn id="161" fill="hold">
                      <p:stCondLst>
                        <p:cond delay="indefinite"/>
                      </p:stCondLst>
                      <p:childTnLst>
                        <p:par>
                          <p:cTn id="162" fill="hold">
                            <p:stCondLst>
                              <p:cond delay="0"/>
                            </p:stCondLst>
                            <p:childTnLst>
                              <p:par>
                                <p:cTn id="163" presetID="1" presetClass="entr" presetSubtype="0" fill="hold" grpId="0" nodeType="clickEffect">
                                  <p:stCondLst>
                                    <p:cond delay="0"/>
                                  </p:stCondLst>
                                  <p:childTnLst>
                                    <p:set>
                                      <p:cBhvr>
                                        <p:cTn id="164" dur="1" fill="hold">
                                          <p:stCondLst>
                                            <p:cond delay="0"/>
                                          </p:stCondLst>
                                        </p:cTn>
                                        <p:tgtEl>
                                          <p:spTgt spid="41"/>
                                        </p:tgtEl>
                                        <p:attrNameLst>
                                          <p:attrName>style.visibility</p:attrName>
                                        </p:attrNameLst>
                                      </p:cBhvr>
                                      <p:to>
                                        <p:strVal val="visible"/>
                                      </p:to>
                                    </p:set>
                                  </p:childTnLst>
                                </p:cTn>
                              </p:par>
                              <p:par>
                                <p:cTn id="165" presetID="1" presetClass="entr" presetSubtype="0" fill="hold" grpId="0" nodeType="withEffect">
                                  <p:stCondLst>
                                    <p:cond delay="0"/>
                                  </p:stCondLst>
                                  <p:childTnLst>
                                    <p:set>
                                      <p:cBhvr>
                                        <p:cTn id="166" dur="1" fill="hold">
                                          <p:stCondLst>
                                            <p:cond delay="0"/>
                                          </p:stCondLst>
                                        </p:cTn>
                                        <p:tgtEl>
                                          <p:spTgt spid="51"/>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presetID="1" presetClass="entr" presetSubtype="0" fill="hold" grpId="0" nodeType="clickEffect">
                                  <p:stCondLst>
                                    <p:cond delay="0"/>
                                  </p:stCondLst>
                                  <p:childTnLst>
                                    <p:set>
                                      <p:cBhvr>
                                        <p:cTn id="170" dur="1" fill="hold">
                                          <p:stCondLst>
                                            <p:cond delay="0"/>
                                          </p:stCondLst>
                                        </p:cTn>
                                        <p:tgtEl>
                                          <p:spTgt spid="127"/>
                                        </p:tgtEl>
                                        <p:attrNameLst>
                                          <p:attrName>style.visibility</p:attrName>
                                        </p:attrNameLst>
                                      </p:cBhvr>
                                      <p:to>
                                        <p:strVal val="visible"/>
                                      </p:to>
                                    </p:set>
                                  </p:childTnLst>
                                </p:cTn>
                              </p:par>
                              <p:par>
                                <p:cTn id="171" presetID="1" presetClass="entr" presetSubtype="0" fill="hold" grpId="0" nodeType="withEffect">
                                  <p:stCondLst>
                                    <p:cond delay="0"/>
                                  </p:stCondLst>
                                  <p:childTnLst>
                                    <p:set>
                                      <p:cBhvr>
                                        <p:cTn id="172" dur="1" fill="hold">
                                          <p:stCondLst>
                                            <p:cond delay="0"/>
                                          </p:stCondLst>
                                        </p:cTn>
                                        <p:tgtEl>
                                          <p:spTgt spid="131"/>
                                        </p:tgtEl>
                                        <p:attrNameLst>
                                          <p:attrName>style.visibility</p:attrName>
                                        </p:attrNameLst>
                                      </p:cBhvr>
                                      <p:to>
                                        <p:strVal val="visible"/>
                                      </p:to>
                                    </p:set>
                                  </p:childTnLst>
                                </p:cTn>
                              </p:par>
                            </p:childTnLst>
                          </p:cTn>
                        </p:par>
                      </p:childTnLst>
                    </p:cTn>
                  </p:par>
                  <p:par>
                    <p:cTn id="173" fill="hold">
                      <p:stCondLst>
                        <p:cond delay="indefinite"/>
                      </p:stCondLst>
                      <p:childTnLst>
                        <p:par>
                          <p:cTn id="174" fill="hold">
                            <p:stCondLst>
                              <p:cond delay="0"/>
                            </p:stCondLst>
                            <p:childTnLst>
                              <p:par>
                                <p:cTn id="175" presetID="1" presetClass="entr" presetSubtype="0" fill="hold" grpId="0" nodeType="clickEffect">
                                  <p:stCondLst>
                                    <p:cond delay="0"/>
                                  </p:stCondLst>
                                  <p:childTnLst>
                                    <p:set>
                                      <p:cBhvr>
                                        <p:cTn id="176" dur="1" fill="hold">
                                          <p:stCondLst>
                                            <p:cond delay="0"/>
                                          </p:stCondLst>
                                        </p:cTn>
                                        <p:tgtEl>
                                          <p:spTgt spid="124"/>
                                        </p:tgtEl>
                                        <p:attrNameLst>
                                          <p:attrName>style.visibility</p:attrName>
                                        </p:attrNameLst>
                                      </p:cBhvr>
                                      <p:to>
                                        <p:strVal val="visible"/>
                                      </p:to>
                                    </p:set>
                                  </p:childTnLst>
                                </p:cTn>
                              </p:par>
                              <p:par>
                                <p:cTn id="177" presetID="1" presetClass="entr" presetSubtype="0" fill="hold" grpId="0" nodeType="withEffect">
                                  <p:stCondLst>
                                    <p:cond delay="0"/>
                                  </p:stCondLst>
                                  <p:childTnLst>
                                    <p:set>
                                      <p:cBhvr>
                                        <p:cTn id="178" dur="1" fill="hold">
                                          <p:stCondLst>
                                            <p:cond delay="0"/>
                                          </p:stCondLst>
                                        </p:cTn>
                                        <p:tgtEl>
                                          <p:spTgt spid="106"/>
                                        </p:tgtEl>
                                        <p:attrNameLst>
                                          <p:attrName>style.visibility</p:attrName>
                                        </p:attrNameLst>
                                      </p:cBhvr>
                                      <p:to>
                                        <p:strVal val="visible"/>
                                      </p:to>
                                    </p:set>
                                  </p:childTnLst>
                                </p:cTn>
                              </p:par>
                            </p:childTnLst>
                          </p:cTn>
                        </p:par>
                      </p:childTnLst>
                    </p:cTn>
                  </p:par>
                  <p:par>
                    <p:cTn id="179" fill="hold">
                      <p:stCondLst>
                        <p:cond delay="indefinite"/>
                      </p:stCondLst>
                      <p:childTnLst>
                        <p:par>
                          <p:cTn id="180" fill="hold">
                            <p:stCondLst>
                              <p:cond delay="0"/>
                            </p:stCondLst>
                            <p:childTnLst>
                              <p:par>
                                <p:cTn id="181" presetID="1" presetClass="entr" presetSubtype="0" fill="hold" nodeType="clickEffect">
                                  <p:stCondLst>
                                    <p:cond delay="0"/>
                                  </p:stCondLst>
                                  <p:childTnLst>
                                    <p:set>
                                      <p:cBhvr>
                                        <p:cTn id="182" dur="1" fill="hold">
                                          <p:stCondLst>
                                            <p:cond delay="0"/>
                                          </p:stCondLst>
                                        </p:cTn>
                                        <p:tgtEl>
                                          <p:spTgt spid="148"/>
                                        </p:tgtEl>
                                        <p:attrNameLst>
                                          <p:attrName>style.visibility</p:attrName>
                                        </p:attrNameLst>
                                      </p:cBhvr>
                                      <p:to>
                                        <p:strVal val="visible"/>
                                      </p:to>
                                    </p:set>
                                  </p:childTnLst>
                                </p:cTn>
                              </p:par>
                            </p:childTnLst>
                          </p:cTn>
                        </p:par>
                      </p:childTnLst>
                    </p:cTn>
                  </p:par>
                  <p:par>
                    <p:cTn id="183" fill="hold">
                      <p:stCondLst>
                        <p:cond delay="indefinite"/>
                      </p:stCondLst>
                      <p:childTnLst>
                        <p:par>
                          <p:cTn id="184" fill="hold">
                            <p:stCondLst>
                              <p:cond delay="0"/>
                            </p:stCondLst>
                            <p:childTnLst>
                              <p:par>
                                <p:cTn id="185" presetID="1" presetClass="entr" presetSubtype="0" fill="hold" grpId="0" nodeType="clickEffect">
                                  <p:stCondLst>
                                    <p:cond delay="0"/>
                                  </p:stCondLst>
                                  <p:childTnLst>
                                    <p:set>
                                      <p:cBhvr>
                                        <p:cTn id="186" dur="1" fill="hold">
                                          <p:stCondLst>
                                            <p:cond delay="0"/>
                                          </p:stCondLst>
                                        </p:cTn>
                                        <p:tgtEl>
                                          <p:spTgt spid="71"/>
                                        </p:tgtEl>
                                        <p:attrNameLst>
                                          <p:attrName>style.visibility</p:attrName>
                                        </p:attrNameLst>
                                      </p:cBhvr>
                                      <p:to>
                                        <p:strVal val="visible"/>
                                      </p:to>
                                    </p:set>
                                  </p:childTnLst>
                                </p:cTn>
                              </p:par>
                            </p:childTnLst>
                          </p:cTn>
                        </p:par>
                      </p:childTnLst>
                    </p:cTn>
                  </p:par>
                  <p:par>
                    <p:cTn id="187" fill="hold">
                      <p:stCondLst>
                        <p:cond delay="indefinite"/>
                      </p:stCondLst>
                      <p:childTnLst>
                        <p:par>
                          <p:cTn id="188" fill="hold">
                            <p:stCondLst>
                              <p:cond delay="0"/>
                            </p:stCondLst>
                            <p:childTnLst>
                              <p:par>
                                <p:cTn id="189" presetID="1" presetClass="entr" presetSubtype="0" fill="hold" grpId="0" nodeType="clickEffect">
                                  <p:stCondLst>
                                    <p:cond delay="0"/>
                                  </p:stCondLst>
                                  <p:childTnLst>
                                    <p:set>
                                      <p:cBhvr>
                                        <p:cTn id="190" dur="1" fill="hold">
                                          <p:stCondLst>
                                            <p:cond delay="0"/>
                                          </p:stCondLst>
                                        </p:cTn>
                                        <p:tgtEl>
                                          <p:spTgt spid="14379"/>
                                        </p:tgtEl>
                                        <p:attrNameLst>
                                          <p:attrName>style.visibility</p:attrName>
                                        </p:attrNameLst>
                                      </p:cBhvr>
                                      <p:to>
                                        <p:strVal val="visible"/>
                                      </p:to>
                                    </p:set>
                                  </p:childTnLst>
                                </p:cTn>
                              </p:par>
                            </p:childTnLst>
                          </p:cTn>
                        </p:par>
                      </p:childTnLst>
                    </p:cTn>
                  </p:par>
                  <p:par>
                    <p:cTn id="191" fill="hold">
                      <p:stCondLst>
                        <p:cond delay="indefinite"/>
                      </p:stCondLst>
                      <p:childTnLst>
                        <p:par>
                          <p:cTn id="192" fill="hold">
                            <p:stCondLst>
                              <p:cond delay="0"/>
                            </p:stCondLst>
                            <p:childTnLst>
                              <p:par>
                                <p:cTn id="193" presetID="1" presetClass="entr" presetSubtype="0" fill="hold" grpId="0" nodeType="clickEffect">
                                  <p:stCondLst>
                                    <p:cond delay="0"/>
                                  </p:stCondLst>
                                  <p:childTnLst>
                                    <p:set>
                                      <p:cBhvr>
                                        <p:cTn id="194" dur="1" fill="hold">
                                          <p:stCondLst>
                                            <p:cond delay="0"/>
                                          </p:stCondLst>
                                        </p:cTn>
                                        <p:tgtEl>
                                          <p:spTgt spid="56"/>
                                        </p:tgtEl>
                                        <p:attrNameLst>
                                          <p:attrName>style.visibility</p:attrName>
                                        </p:attrNameLst>
                                      </p:cBhvr>
                                      <p:to>
                                        <p:strVal val="visible"/>
                                      </p:to>
                                    </p:set>
                                  </p:childTnLst>
                                </p:cTn>
                              </p:par>
                            </p:childTnLst>
                          </p:cTn>
                        </p:par>
                      </p:childTnLst>
                    </p:cTn>
                  </p:par>
                  <p:par>
                    <p:cTn id="195" fill="hold">
                      <p:stCondLst>
                        <p:cond delay="indefinite"/>
                      </p:stCondLst>
                      <p:childTnLst>
                        <p:par>
                          <p:cTn id="196" fill="hold">
                            <p:stCondLst>
                              <p:cond delay="0"/>
                            </p:stCondLst>
                            <p:childTnLst>
                              <p:par>
                                <p:cTn id="197" presetID="1" presetClass="entr" presetSubtype="0" fill="hold" grpId="0" nodeType="clickEffect">
                                  <p:stCondLst>
                                    <p:cond delay="0"/>
                                  </p:stCondLst>
                                  <p:childTnLst>
                                    <p:set>
                                      <p:cBhvr>
                                        <p:cTn id="198" dur="1" fill="hold">
                                          <p:stCondLst>
                                            <p:cond delay="0"/>
                                          </p:stCondLst>
                                        </p:cTn>
                                        <p:tgtEl>
                                          <p:spTgt spid="40"/>
                                        </p:tgtEl>
                                        <p:attrNameLst>
                                          <p:attrName>style.visibility</p:attrName>
                                        </p:attrNameLst>
                                      </p:cBhvr>
                                      <p:to>
                                        <p:strVal val="visible"/>
                                      </p:to>
                                    </p:set>
                                  </p:childTnLst>
                                </p:cTn>
                              </p:par>
                              <p:par>
                                <p:cTn id="199" presetID="1" presetClass="entr" presetSubtype="0" fill="hold" nodeType="withEffect">
                                  <p:stCondLst>
                                    <p:cond delay="0"/>
                                  </p:stCondLst>
                                  <p:childTnLst>
                                    <p:set>
                                      <p:cBhvr>
                                        <p:cTn id="200" dur="1" fill="hold">
                                          <p:stCondLst>
                                            <p:cond delay="0"/>
                                          </p:stCondLst>
                                        </p:cTn>
                                        <p:tgtEl>
                                          <p:spTgt spid="38"/>
                                        </p:tgtEl>
                                        <p:attrNameLst>
                                          <p:attrName>style.visibility</p:attrName>
                                        </p:attrNameLst>
                                      </p:cBhvr>
                                      <p:to>
                                        <p:strVal val="visible"/>
                                      </p:to>
                                    </p:set>
                                  </p:childTnLst>
                                </p:cTn>
                              </p:par>
                              <p:par>
                                <p:cTn id="201" presetID="1" presetClass="entr" presetSubtype="0" fill="hold" grpId="0" nodeType="withEffect">
                                  <p:stCondLst>
                                    <p:cond delay="0"/>
                                  </p:stCondLst>
                                  <p:childTnLst>
                                    <p:set>
                                      <p:cBhvr>
                                        <p:cTn id="202" dur="1" fill="hold">
                                          <p:stCondLst>
                                            <p:cond delay="0"/>
                                          </p:stCondLst>
                                        </p:cTn>
                                        <p:tgtEl>
                                          <p:spTgt spid="57"/>
                                        </p:tgtEl>
                                        <p:attrNameLst>
                                          <p:attrName>style.visibility</p:attrName>
                                        </p:attrNameLst>
                                      </p:cBhvr>
                                      <p:to>
                                        <p:strVal val="visible"/>
                                      </p:to>
                                    </p:set>
                                  </p:childTnLst>
                                </p:cTn>
                              </p:par>
                            </p:childTnLst>
                          </p:cTn>
                        </p:par>
                      </p:childTnLst>
                    </p:cTn>
                  </p:par>
                  <p:par>
                    <p:cTn id="203" fill="hold">
                      <p:stCondLst>
                        <p:cond delay="indefinite"/>
                      </p:stCondLst>
                      <p:childTnLst>
                        <p:par>
                          <p:cTn id="204" fill="hold">
                            <p:stCondLst>
                              <p:cond delay="0"/>
                            </p:stCondLst>
                            <p:childTnLst>
                              <p:par>
                                <p:cTn id="205" presetID="1" presetClass="entr" presetSubtype="0" fill="hold" grpId="0" nodeType="clickEffect">
                                  <p:stCondLst>
                                    <p:cond delay="0"/>
                                  </p:stCondLst>
                                  <p:childTnLst>
                                    <p:set>
                                      <p:cBhvr>
                                        <p:cTn id="206" dur="1" fill="hold">
                                          <p:stCondLst>
                                            <p:cond delay="0"/>
                                          </p:stCondLst>
                                        </p:cTn>
                                        <p:tgtEl>
                                          <p:spTgt spid="70"/>
                                        </p:tgtEl>
                                        <p:attrNameLst>
                                          <p:attrName>style.visibility</p:attrName>
                                        </p:attrNameLst>
                                      </p:cBhvr>
                                      <p:to>
                                        <p:strVal val="visible"/>
                                      </p:to>
                                    </p:set>
                                  </p:childTnLst>
                                </p:cTn>
                              </p:par>
                            </p:childTnLst>
                          </p:cTn>
                        </p:par>
                      </p:childTnLst>
                    </p:cTn>
                  </p:par>
                  <p:par>
                    <p:cTn id="207" fill="hold">
                      <p:stCondLst>
                        <p:cond delay="indefinite"/>
                      </p:stCondLst>
                      <p:childTnLst>
                        <p:par>
                          <p:cTn id="208" fill="hold">
                            <p:stCondLst>
                              <p:cond delay="0"/>
                            </p:stCondLst>
                            <p:childTnLst>
                              <p:par>
                                <p:cTn id="209" presetID="1" presetClass="entr" presetSubtype="0" fill="hold" grpId="0" nodeType="clickEffect">
                                  <p:stCondLst>
                                    <p:cond delay="0"/>
                                  </p:stCondLst>
                                  <p:childTnLst>
                                    <p:set>
                                      <p:cBhvr>
                                        <p:cTn id="210" dur="1" fill="hold">
                                          <p:stCondLst>
                                            <p:cond delay="0"/>
                                          </p:stCondLst>
                                        </p:cTn>
                                        <p:tgtEl>
                                          <p:spTgt spid="139"/>
                                        </p:tgtEl>
                                        <p:attrNameLst>
                                          <p:attrName>style.visibility</p:attrName>
                                        </p:attrNameLst>
                                      </p:cBhvr>
                                      <p:to>
                                        <p:strVal val="visible"/>
                                      </p:to>
                                    </p:set>
                                  </p:childTnLst>
                                </p:cTn>
                              </p:par>
                            </p:childTnLst>
                          </p:cTn>
                        </p:par>
                      </p:childTnLst>
                    </p:cTn>
                  </p:par>
                  <p:par>
                    <p:cTn id="211" fill="hold">
                      <p:stCondLst>
                        <p:cond delay="indefinite"/>
                      </p:stCondLst>
                      <p:childTnLst>
                        <p:par>
                          <p:cTn id="212" fill="hold">
                            <p:stCondLst>
                              <p:cond delay="0"/>
                            </p:stCondLst>
                            <p:childTnLst>
                              <p:par>
                                <p:cTn id="213" presetID="1" presetClass="entr" presetSubtype="0" fill="hold" nodeType="clickEffect">
                                  <p:stCondLst>
                                    <p:cond delay="0"/>
                                  </p:stCondLst>
                                  <p:childTnLst>
                                    <p:set>
                                      <p:cBhvr>
                                        <p:cTn id="214" dur="1" fill="hold">
                                          <p:stCondLst>
                                            <p:cond delay="0"/>
                                          </p:stCondLst>
                                        </p:cTn>
                                        <p:tgtEl>
                                          <p:spTgt spid="163"/>
                                        </p:tgtEl>
                                        <p:attrNameLst>
                                          <p:attrName>style.visibility</p:attrName>
                                        </p:attrNameLst>
                                      </p:cBhvr>
                                      <p:to>
                                        <p:strVal val="visible"/>
                                      </p:to>
                                    </p:set>
                                  </p:childTnLst>
                                </p:cTn>
                              </p:par>
                            </p:childTnLst>
                          </p:cTn>
                        </p:par>
                      </p:childTnLst>
                    </p:cTn>
                  </p:par>
                  <p:par>
                    <p:cTn id="215" fill="hold">
                      <p:stCondLst>
                        <p:cond delay="indefinite"/>
                      </p:stCondLst>
                      <p:childTnLst>
                        <p:par>
                          <p:cTn id="216" fill="hold">
                            <p:stCondLst>
                              <p:cond delay="0"/>
                            </p:stCondLst>
                            <p:childTnLst>
                              <p:par>
                                <p:cTn id="217" presetID="1" presetClass="entr" presetSubtype="0" fill="hold" grpId="0" nodeType="clickEffect">
                                  <p:stCondLst>
                                    <p:cond delay="0"/>
                                  </p:stCondLst>
                                  <p:childTnLst>
                                    <p:set>
                                      <p:cBhvr>
                                        <p:cTn id="218" dur="1" fill="hold">
                                          <p:stCondLst>
                                            <p:cond delay="0"/>
                                          </p:stCondLst>
                                        </p:cTn>
                                        <p:tgtEl>
                                          <p:spTgt spid="151"/>
                                        </p:tgtEl>
                                        <p:attrNameLst>
                                          <p:attrName>style.visibility</p:attrName>
                                        </p:attrNameLst>
                                      </p:cBhvr>
                                      <p:to>
                                        <p:strVal val="visible"/>
                                      </p:to>
                                    </p:set>
                                  </p:childTnLst>
                                </p:cTn>
                              </p:par>
                            </p:childTnLst>
                          </p:cTn>
                        </p:par>
                      </p:childTnLst>
                    </p:cTn>
                  </p:par>
                  <p:par>
                    <p:cTn id="219" fill="hold">
                      <p:stCondLst>
                        <p:cond delay="indefinite"/>
                      </p:stCondLst>
                      <p:childTnLst>
                        <p:par>
                          <p:cTn id="220" fill="hold">
                            <p:stCondLst>
                              <p:cond delay="0"/>
                            </p:stCondLst>
                            <p:childTnLst>
                              <p:par>
                                <p:cTn id="221" presetID="1" presetClass="entr" presetSubtype="0" fill="hold" grpId="0" nodeType="clickEffect">
                                  <p:stCondLst>
                                    <p:cond delay="0"/>
                                  </p:stCondLst>
                                  <p:childTnLst>
                                    <p:set>
                                      <p:cBhvr>
                                        <p:cTn id="222" dur="1" fill="hold">
                                          <p:stCondLst>
                                            <p:cond delay="0"/>
                                          </p:stCondLst>
                                        </p:cTn>
                                        <p:tgtEl>
                                          <p:spTgt spid="146"/>
                                        </p:tgtEl>
                                        <p:attrNameLst>
                                          <p:attrName>style.visibility</p:attrName>
                                        </p:attrNameLst>
                                      </p:cBhvr>
                                      <p:to>
                                        <p:strVal val="visible"/>
                                      </p:to>
                                    </p:set>
                                  </p:childTnLst>
                                </p:cTn>
                              </p:par>
                            </p:childTnLst>
                          </p:cTn>
                        </p:par>
                      </p:childTnLst>
                    </p:cTn>
                  </p:par>
                  <p:par>
                    <p:cTn id="223" fill="hold">
                      <p:stCondLst>
                        <p:cond delay="indefinite"/>
                      </p:stCondLst>
                      <p:childTnLst>
                        <p:par>
                          <p:cTn id="224" fill="hold">
                            <p:stCondLst>
                              <p:cond delay="0"/>
                            </p:stCondLst>
                            <p:childTnLst>
                              <p:par>
                                <p:cTn id="225" presetID="1" presetClass="entr" presetSubtype="0" fill="hold" nodeType="clickEffect">
                                  <p:stCondLst>
                                    <p:cond delay="0"/>
                                  </p:stCondLst>
                                  <p:childTnLst>
                                    <p:set>
                                      <p:cBhvr>
                                        <p:cTn id="226" dur="1" fill="hold">
                                          <p:stCondLst>
                                            <p:cond delay="0"/>
                                          </p:stCondLst>
                                        </p:cTn>
                                        <p:tgtEl>
                                          <p:spTgt spid="145"/>
                                        </p:tgtEl>
                                        <p:attrNameLst>
                                          <p:attrName>style.visibility</p:attrName>
                                        </p:attrNameLst>
                                      </p:cBhvr>
                                      <p:to>
                                        <p:strVal val="visible"/>
                                      </p:to>
                                    </p:set>
                                  </p:childTnLst>
                                </p:cTn>
                              </p:par>
                            </p:childTnLst>
                          </p:cTn>
                        </p:par>
                      </p:childTnLst>
                    </p:cTn>
                  </p:par>
                  <p:par>
                    <p:cTn id="227" fill="hold">
                      <p:stCondLst>
                        <p:cond delay="indefinite"/>
                      </p:stCondLst>
                      <p:childTnLst>
                        <p:par>
                          <p:cTn id="228" fill="hold">
                            <p:stCondLst>
                              <p:cond delay="0"/>
                            </p:stCondLst>
                            <p:childTnLst>
                              <p:par>
                                <p:cTn id="229" presetID="1" presetClass="entr" presetSubtype="0" fill="hold" grpId="0" nodeType="clickEffect">
                                  <p:stCondLst>
                                    <p:cond delay="0"/>
                                  </p:stCondLst>
                                  <p:childTnLst>
                                    <p:set>
                                      <p:cBhvr>
                                        <p:cTn id="230" dur="1" fill="hold">
                                          <p:stCondLst>
                                            <p:cond delay="0"/>
                                          </p:stCondLst>
                                        </p:cTn>
                                        <p:tgtEl>
                                          <p:spTgt spid="150"/>
                                        </p:tgtEl>
                                        <p:attrNameLst>
                                          <p:attrName>style.visibility</p:attrName>
                                        </p:attrNameLst>
                                      </p:cBhvr>
                                      <p:to>
                                        <p:strVal val="visible"/>
                                      </p:to>
                                    </p:set>
                                  </p:childTnLst>
                                </p:cTn>
                              </p:par>
                            </p:childTnLst>
                          </p:cTn>
                        </p:par>
                      </p:childTnLst>
                    </p:cTn>
                  </p:par>
                  <p:par>
                    <p:cTn id="231" fill="hold">
                      <p:stCondLst>
                        <p:cond delay="indefinite"/>
                      </p:stCondLst>
                      <p:childTnLst>
                        <p:par>
                          <p:cTn id="232" fill="hold">
                            <p:stCondLst>
                              <p:cond delay="0"/>
                            </p:stCondLst>
                            <p:childTnLst>
                              <p:par>
                                <p:cTn id="233" presetID="1" presetClass="entr" presetSubtype="0" fill="hold" grpId="0" nodeType="clickEffect">
                                  <p:stCondLst>
                                    <p:cond delay="0"/>
                                  </p:stCondLst>
                                  <p:childTnLst>
                                    <p:set>
                                      <p:cBhvr>
                                        <p:cTn id="234" dur="1" fill="hold">
                                          <p:stCondLst>
                                            <p:cond delay="0"/>
                                          </p:stCondLst>
                                        </p:cTn>
                                        <p:tgtEl>
                                          <p:spTgt spid="15"/>
                                        </p:tgtEl>
                                        <p:attrNameLst>
                                          <p:attrName>style.visibility</p:attrName>
                                        </p:attrNameLst>
                                      </p:cBhvr>
                                      <p:to>
                                        <p:strVal val="visible"/>
                                      </p:to>
                                    </p:set>
                                  </p:childTnLst>
                                </p:cTn>
                              </p:par>
                              <p:par>
                                <p:cTn id="235" presetID="1" presetClass="entr" presetSubtype="0" fill="hold" grpId="0" nodeType="withEffect">
                                  <p:stCondLst>
                                    <p:cond delay="0"/>
                                  </p:stCondLst>
                                  <p:childTnLst>
                                    <p:set>
                                      <p:cBhvr>
                                        <p:cTn id="236" dur="1" fill="hold">
                                          <p:stCondLst>
                                            <p:cond delay="0"/>
                                          </p:stCondLst>
                                        </p:cTn>
                                        <p:tgtEl>
                                          <p:spTgt spid="144"/>
                                        </p:tgtEl>
                                        <p:attrNameLst>
                                          <p:attrName>style.visibility</p:attrName>
                                        </p:attrNameLst>
                                      </p:cBhvr>
                                      <p:to>
                                        <p:strVal val="visible"/>
                                      </p:to>
                                    </p:set>
                                  </p:childTnLst>
                                </p:cTn>
                              </p:par>
                            </p:childTnLst>
                          </p:cTn>
                        </p:par>
                      </p:childTnLst>
                    </p:cTn>
                  </p:par>
                  <p:par>
                    <p:cTn id="237" fill="hold">
                      <p:stCondLst>
                        <p:cond delay="indefinite"/>
                      </p:stCondLst>
                      <p:childTnLst>
                        <p:par>
                          <p:cTn id="238" fill="hold">
                            <p:stCondLst>
                              <p:cond delay="0"/>
                            </p:stCondLst>
                            <p:childTnLst>
                              <p:par>
                                <p:cTn id="239" presetID="1" presetClass="entr" presetSubtype="0" fill="hold" grpId="0" nodeType="clickEffect">
                                  <p:stCondLst>
                                    <p:cond delay="0"/>
                                  </p:stCondLst>
                                  <p:childTnLst>
                                    <p:set>
                                      <p:cBhvr>
                                        <p:cTn id="240" dur="1" fill="hold">
                                          <p:stCondLst>
                                            <p:cond delay="0"/>
                                          </p:stCondLst>
                                        </p:cTn>
                                        <p:tgtEl>
                                          <p:spTgt spid="153"/>
                                        </p:tgtEl>
                                        <p:attrNameLst>
                                          <p:attrName>style.visibility</p:attrName>
                                        </p:attrNameLst>
                                      </p:cBhvr>
                                      <p:to>
                                        <p:strVal val="visible"/>
                                      </p:to>
                                    </p:set>
                                  </p:childTnLst>
                                </p:cTn>
                              </p:par>
                              <p:par>
                                <p:cTn id="241" presetID="1" presetClass="entr" presetSubtype="0" fill="hold" nodeType="withEffect">
                                  <p:stCondLst>
                                    <p:cond delay="0"/>
                                  </p:stCondLst>
                                  <p:childTnLst>
                                    <p:set>
                                      <p:cBhvr>
                                        <p:cTn id="242" dur="1" fill="hold">
                                          <p:stCondLst>
                                            <p:cond delay="0"/>
                                          </p:stCondLst>
                                        </p:cTn>
                                        <p:tgtEl>
                                          <p:spTgt spid="154"/>
                                        </p:tgtEl>
                                        <p:attrNameLst>
                                          <p:attrName>style.visibility</p:attrName>
                                        </p:attrNameLst>
                                      </p:cBhvr>
                                      <p:to>
                                        <p:strVal val="visible"/>
                                      </p:to>
                                    </p:set>
                                  </p:childTnLst>
                                </p:cTn>
                              </p:par>
                            </p:childTnLst>
                          </p:cTn>
                        </p:par>
                      </p:childTnLst>
                    </p:cTn>
                  </p:par>
                  <p:par>
                    <p:cTn id="243" fill="hold">
                      <p:stCondLst>
                        <p:cond delay="indefinite"/>
                      </p:stCondLst>
                      <p:childTnLst>
                        <p:par>
                          <p:cTn id="244" fill="hold">
                            <p:stCondLst>
                              <p:cond delay="0"/>
                            </p:stCondLst>
                            <p:childTnLst>
                              <p:par>
                                <p:cTn id="245" presetID="1" presetClass="entr" presetSubtype="0" fill="hold" grpId="0" nodeType="clickEffect">
                                  <p:stCondLst>
                                    <p:cond delay="0"/>
                                  </p:stCondLst>
                                  <p:childTnLst>
                                    <p:set>
                                      <p:cBhvr>
                                        <p:cTn id="246" dur="1" fill="hold">
                                          <p:stCondLst>
                                            <p:cond delay="0"/>
                                          </p:stCondLst>
                                        </p:cTn>
                                        <p:tgtEl>
                                          <p:spTgt spid="152"/>
                                        </p:tgtEl>
                                        <p:attrNameLst>
                                          <p:attrName>style.visibility</p:attrName>
                                        </p:attrNameLst>
                                      </p:cBhvr>
                                      <p:to>
                                        <p:strVal val="visible"/>
                                      </p:to>
                                    </p:set>
                                  </p:childTnLst>
                                </p:cTn>
                              </p:par>
                              <p:par>
                                <p:cTn id="247" presetID="1" presetClass="entr" presetSubtype="0" fill="hold" nodeType="withEffect">
                                  <p:stCondLst>
                                    <p:cond delay="0"/>
                                  </p:stCondLst>
                                  <p:childTnLst>
                                    <p:set>
                                      <p:cBhvr>
                                        <p:cTn id="248" dur="1" fill="hold">
                                          <p:stCondLst>
                                            <p:cond delay="0"/>
                                          </p:stCondLst>
                                        </p:cTn>
                                        <p:tgtEl>
                                          <p:spTgt spid="155"/>
                                        </p:tgtEl>
                                        <p:attrNameLst>
                                          <p:attrName>style.visibility</p:attrName>
                                        </p:attrNameLst>
                                      </p:cBhvr>
                                      <p:to>
                                        <p:strVal val="visible"/>
                                      </p:to>
                                    </p:set>
                                  </p:childTnLst>
                                </p:cTn>
                              </p:par>
                            </p:childTnLst>
                          </p:cTn>
                        </p:par>
                      </p:childTnLst>
                    </p:cTn>
                  </p:par>
                  <p:par>
                    <p:cTn id="249" fill="hold">
                      <p:stCondLst>
                        <p:cond delay="indefinite"/>
                      </p:stCondLst>
                      <p:childTnLst>
                        <p:par>
                          <p:cTn id="250" fill="hold">
                            <p:stCondLst>
                              <p:cond delay="0"/>
                            </p:stCondLst>
                            <p:childTnLst>
                              <p:par>
                                <p:cTn id="251" presetID="1" presetClass="entr" presetSubtype="0" fill="hold" grpId="0" nodeType="clickEffect">
                                  <p:stCondLst>
                                    <p:cond delay="0"/>
                                  </p:stCondLst>
                                  <p:childTnLst>
                                    <p:set>
                                      <p:cBhvr>
                                        <p:cTn id="252" dur="1" fill="hold">
                                          <p:stCondLst>
                                            <p:cond delay="0"/>
                                          </p:stCondLst>
                                        </p:cTn>
                                        <p:tgtEl>
                                          <p:spTgt spid="36"/>
                                        </p:tgtEl>
                                        <p:attrNameLst>
                                          <p:attrName>style.visibility</p:attrName>
                                        </p:attrNameLst>
                                      </p:cBhvr>
                                      <p:to>
                                        <p:strVal val="visible"/>
                                      </p:to>
                                    </p:set>
                                  </p:childTnLst>
                                </p:cTn>
                              </p:par>
                            </p:childTnLst>
                          </p:cTn>
                        </p:par>
                      </p:childTnLst>
                    </p:cTn>
                  </p:par>
                  <p:par>
                    <p:cTn id="253" fill="hold">
                      <p:stCondLst>
                        <p:cond delay="indefinite"/>
                      </p:stCondLst>
                      <p:childTnLst>
                        <p:par>
                          <p:cTn id="254" fill="hold">
                            <p:stCondLst>
                              <p:cond delay="0"/>
                            </p:stCondLst>
                            <p:childTnLst>
                              <p:par>
                                <p:cTn id="255" presetID="1" presetClass="entr" presetSubtype="0" fill="hold" nodeType="clickEffect">
                                  <p:stCondLst>
                                    <p:cond delay="0"/>
                                  </p:stCondLst>
                                  <p:childTnLst>
                                    <p:set>
                                      <p:cBhvr>
                                        <p:cTn id="256" dur="1" fill="hold">
                                          <p:stCondLst>
                                            <p:cond delay="0"/>
                                          </p:stCondLst>
                                        </p:cTn>
                                        <p:tgtEl>
                                          <p:spTgt spid="165"/>
                                        </p:tgtEl>
                                        <p:attrNameLst>
                                          <p:attrName>style.visibility</p:attrName>
                                        </p:attrNameLst>
                                      </p:cBhvr>
                                      <p:to>
                                        <p:strVal val="visible"/>
                                      </p:to>
                                    </p:set>
                                  </p:childTnLst>
                                </p:cTn>
                              </p:par>
                            </p:childTnLst>
                          </p:cTn>
                        </p:par>
                      </p:childTnLst>
                    </p:cTn>
                  </p:par>
                  <p:par>
                    <p:cTn id="257" fill="hold">
                      <p:stCondLst>
                        <p:cond delay="indefinite"/>
                      </p:stCondLst>
                      <p:childTnLst>
                        <p:par>
                          <p:cTn id="258" fill="hold">
                            <p:stCondLst>
                              <p:cond delay="0"/>
                            </p:stCondLst>
                            <p:childTnLst>
                              <p:par>
                                <p:cTn id="259" presetID="1" presetClass="entr" presetSubtype="0" fill="hold" nodeType="clickEffect">
                                  <p:stCondLst>
                                    <p:cond delay="0"/>
                                  </p:stCondLst>
                                  <p:childTnLst>
                                    <p:set>
                                      <p:cBhvr>
                                        <p:cTn id="260" dur="1" fill="hold">
                                          <p:stCondLst>
                                            <p:cond delay="0"/>
                                          </p:stCondLst>
                                        </p:cTn>
                                        <p:tgtEl>
                                          <p:spTgt spid="164"/>
                                        </p:tgtEl>
                                        <p:attrNameLst>
                                          <p:attrName>style.visibility</p:attrName>
                                        </p:attrNameLst>
                                      </p:cBhvr>
                                      <p:to>
                                        <p:strVal val="visible"/>
                                      </p:to>
                                    </p:set>
                                  </p:childTnLst>
                                </p:cTn>
                              </p:par>
                            </p:childTnLst>
                          </p:cTn>
                        </p:par>
                      </p:childTnLst>
                    </p:cTn>
                  </p:par>
                  <p:par>
                    <p:cTn id="261" fill="hold">
                      <p:stCondLst>
                        <p:cond delay="indefinite"/>
                      </p:stCondLst>
                      <p:childTnLst>
                        <p:par>
                          <p:cTn id="262" fill="hold">
                            <p:stCondLst>
                              <p:cond delay="0"/>
                            </p:stCondLst>
                            <p:childTnLst>
                              <p:par>
                                <p:cTn id="263" presetID="1" presetClass="entr" presetSubtype="0" fill="hold" nodeType="clickEffect">
                                  <p:stCondLst>
                                    <p:cond delay="0"/>
                                  </p:stCondLst>
                                  <p:childTnLst>
                                    <p:set>
                                      <p:cBhvr>
                                        <p:cTn id="264" dur="1" fill="hold">
                                          <p:stCondLst>
                                            <p:cond delay="0"/>
                                          </p:stCondLst>
                                        </p:cTn>
                                        <p:tgtEl>
                                          <p:spTgt spid="158"/>
                                        </p:tgtEl>
                                        <p:attrNameLst>
                                          <p:attrName>style.visibility</p:attrName>
                                        </p:attrNameLst>
                                      </p:cBhvr>
                                      <p:to>
                                        <p:strVal val="visible"/>
                                      </p:to>
                                    </p:set>
                                  </p:childTnLst>
                                </p:cTn>
                              </p:par>
                            </p:childTnLst>
                          </p:cTn>
                        </p:par>
                      </p:childTnLst>
                    </p:cTn>
                  </p:par>
                  <p:par>
                    <p:cTn id="265" fill="hold">
                      <p:stCondLst>
                        <p:cond delay="indefinite"/>
                      </p:stCondLst>
                      <p:childTnLst>
                        <p:par>
                          <p:cTn id="266" fill="hold">
                            <p:stCondLst>
                              <p:cond delay="0"/>
                            </p:stCondLst>
                            <p:childTnLst>
                              <p:par>
                                <p:cTn id="267" presetID="1" presetClass="entr" presetSubtype="0" fill="hold" nodeType="clickEffect">
                                  <p:stCondLst>
                                    <p:cond delay="0"/>
                                  </p:stCondLst>
                                  <p:childTnLst>
                                    <p:set>
                                      <p:cBhvr>
                                        <p:cTn id="268" dur="1" fill="hold">
                                          <p:stCondLst>
                                            <p:cond delay="0"/>
                                          </p:stCondLst>
                                        </p:cTn>
                                        <p:tgtEl>
                                          <p:spTgt spid="175"/>
                                        </p:tgtEl>
                                        <p:attrNameLst>
                                          <p:attrName>style.visibility</p:attrName>
                                        </p:attrNameLst>
                                      </p:cBhvr>
                                      <p:to>
                                        <p:strVal val="visible"/>
                                      </p:to>
                                    </p:set>
                                  </p:childTnLst>
                                </p:cTn>
                              </p:par>
                            </p:childTnLst>
                          </p:cTn>
                        </p:par>
                      </p:childTnLst>
                    </p:cTn>
                  </p:par>
                  <p:par>
                    <p:cTn id="269" fill="hold">
                      <p:stCondLst>
                        <p:cond delay="indefinite"/>
                      </p:stCondLst>
                      <p:childTnLst>
                        <p:par>
                          <p:cTn id="270" fill="hold">
                            <p:stCondLst>
                              <p:cond delay="0"/>
                            </p:stCondLst>
                            <p:childTnLst>
                              <p:par>
                                <p:cTn id="271" presetID="1" presetClass="entr" presetSubtype="0" fill="hold" grpId="0" nodeType="clickEffect">
                                  <p:stCondLst>
                                    <p:cond delay="0"/>
                                  </p:stCondLst>
                                  <p:childTnLst>
                                    <p:set>
                                      <p:cBhvr>
                                        <p:cTn id="272" dur="1" fill="hold">
                                          <p:stCondLst>
                                            <p:cond delay="0"/>
                                          </p:stCondLst>
                                        </p:cTn>
                                        <p:tgtEl>
                                          <p:spTgt spid="116"/>
                                        </p:tgtEl>
                                        <p:attrNameLst>
                                          <p:attrName>style.visibility</p:attrName>
                                        </p:attrNameLst>
                                      </p:cBhvr>
                                      <p:to>
                                        <p:strVal val="visible"/>
                                      </p:to>
                                    </p:set>
                                  </p:childTnLst>
                                </p:cTn>
                              </p:par>
                            </p:childTnLst>
                          </p:cTn>
                        </p:par>
                      </p:childTnLst>
                    </p:cTn>
                  </p:par>
                  <p:par>
                    <p:cTn id="273" fill="hold">
                      <p:stCondLst>
                        <p:cond delay="indefinite"/>
                      </p:stCondLst>
                      <p:childTnLst>
                        <p:par>
                          <p:cTn id="274" fill="hold">
                            <p:stCondLst>
                              <p:cond delay="0"/>
                            </p:stCondLst>
                            <p:childTnLst>
                              <p:par>
                                <p:cTn id="275" presetID="1" presetClass="entr" presetSubtype="0" fill="hold" grpId="0" nodeType="clickEffect">
                                  <p:stCondLst>
                                    <p:cond delay="0"/>
                                  </p:stCondLst>
                                  <p:childTnLst>
                                    <p:set>
                                      <p:cBhvr>
                                        <p:cTn id="276" dur="1" fill="hold">
                                          <p:stCondLst>
                                            <p:cond delay="0"/>
                                          </p:stCondLst>
                                        </p:cTn>
                                        <p:tgtEl>
                                          <p:spTgt spid="140"/>
                                        </p:tgtEl>
                                        <p:attrNameLst>
                                          <p:attrName>style.visibility</p:attrName>
                                        </p:attrNameLst>
                                      </p:cBhvr>
                                      <p:to>
                                        <p:strVal val="visible"/>
                                      </p:to>
                                    </p:set>
                                  </p:childTnLst>
                                </p:cTn>
                              </p:par>
                            </p:childTnLst>
                          </p:cTn>
                        </p:par>
                      </p:childTnLst>
                    </p:cTn>
                  </p:par>
                  <p:par>
                    <p:cTn id="277" fill="hold">
                      <p:stCondLst>
                        <p:cond delay="indefinite"/>
                      </p:stCondLst>
                      <p:childTnLst>
                        <p:par>
                          <p:cTn id="278" fill="hold">
                            <p:stCondLst>
                              <p:cond delay="0"/>
                            </p:stCondLst>
                            <p:childTnLst>
                              <p:par>
                                <p:cTn id="279" presetID="1" presetClass="entr" presetSubtype="0" fill="hold" grpId="0" nodeType="clickEffect">
                                  <p:stCondLst>
                                    <p:cond delay="0"/>
                                  </p:stCondLst>
                                  <p:childTnLst>
                                    <p:set>
                                      <p:cBhvr>
                                        <p:cTn id="280" dur="1" fill="hold">
                                          <p:stCondLst>
                                            <p:cond delay="0"/>
                                          </p:stCondLst>
                                        </p:cTn>
                                        <p:tgtEl>
                                          <p:spTgt spid="64"/>
                                        </p:tgtEl>
                                        <p:attrNameLst>
                                          <p:attrName>style.visibility</p:attrName>
                                        </p:attrNameLst>
                                      </p:cBhvr>
                                      <p:to>
                                        <p:strVal val="visible"/>
                                      </p:to>
                                    </p:set>
                                  </p:childTnLst>
                                </p:cTn>
                              </p:par>
                            </p:childTnLst>
                          </p:cTn>
                        </p:par>
                      </p:childTnLst>
                    </p:cTn>
                  </p:par>
                  <p:par>
                    <p:cTn id="281" fill="hold">
                      <p:stCondLst>
                        <p:cond delay="indefinite"/>
                      </p:stCondLst>
                      <p:childTnLst>
                        <p:par>
                          <p:cTn id="282" fill="hold">
                            <p:stCondLst>
                              <p:cond delay="0"/>
                            </p:stCondLst>
                            <p:childTnLst>
                              <p:par>
                                <p:cTn id="283" presetID="1" presetClass="entr" presetSubtype="0" fill="hold" grpId="0" nodeType="clickEffect">
                                  <p:stCondLst>
                                    <p:cond delay="0"/>
                                  </p:stCondLst>
                                  <p:childTnLst>
                                    <p:set>
                                      <p:cBhvr>
                                        <p:cTn id="284" dur="1" fill="hold">
                                          <p:stCondLst>
                                            <p:cond delay="0"/>
                                          </p:stCondLst>
                                        </p:cTn>
                                        <p:tgtEl>
                                          <p:spTgt spid="136"/>
                                        </p:tgtEl>
                                        <p:attrNameLst>
                                          <p:attrName>style.visibility</p:attrName>
                                        </p:attrNameLst>
                                      </p:cBhvr>
                                      <p:to>
                                        <p:strVal val="visible"/>
                                      </p:to>
                                    </p:set>
                                  </p:childTnLst>
                                </p:cTn>
                              </p:par>
                              <p:par>
                                <p:cTn id="285" presetID="1" presetClass="exit" presetSubtype="0" fill="hold" grpId="1" nodeType="withEffect">
                                  <p:stCondLst>
                                    <p:cond delay="0"/>
                                  </p:stCondLst>
                                  <p:childTnLst>
                                    <p:set>
                                      <p:cBhvr>
                                        <p:cTn id="286" dur="1" fill="hold">
                                          <p:stCondLst>
                                            <p:cond delay="0"/>
                                          </p:stCondLst>
                                        </p:cTn>
                                        <p:tgtEl>
                                          <p:spTgt spid="181"/>
                                        </p:tgtEl>
                                        <p:attrNameLst>
                                          <p:attrName>style.visibility</p:attrName>
                                        </p:attrNameLst>
                                      </p:cBhvr>
                                      <p:to>
                                        <p:strVal val="hidden"/>
                                      </p:to>
                                    </p:set>
                                  </p:childTnLst>
                                </p:cTn>
                              </p:par>
                            </p:childTnLst>
                          </p:cTn>
                        </p:par>
                      </p:childTnLst>
                    </p:cTn>
                  </p:par>
                  <p:par>
                    <p:cTn id="287" fill="hold">
                      <p:stCondLst>
                        <p:cond delay="indefinite"/>
                      </p:stCondLst>
                      <p:childTnLst>
                        <p:par>
                          <p:cTn id="288" fill="hold">
                            <p:stCondLst>
                              <p:cond delay="0"/>
                            </p:stCondLst>
                            <p:childTnLst>
                              <p:par>
                                <p:cTn id="289" presetID="1" presetClass="entr" presetSubtype="0" fill="hold" nodeType="clickEffect">
                                  <p:stCondLst>
                                    <p:cond delay="0"/>
                                  </p:stCondLst>
                                  <p:childTnLst>
                                    <p:set>
                                      <p:cBhvr>
                                        <p:cTn id="290" dur="1" fill="hold">
                                          <p:stCondLst>
                                            <p:cond delay="0"/>
                                          </p:stCondLst>
                                        </p:cTn>
                                        <p:tgtEl>
                                          <p:spTgt spid="132"/>
                                        </p:tgtEl>
                                        <p:attrNameLst>
                                          <p:attrName>style.visibility</p:attrName>
                                        </p:attrNameLst>
                                      </p:cBhvr>
                                      <p:to>
                                        <p:strVal val="visible"/>
                                      </p:to>
                                    </p:set>
                                  </p:childTnLst>
                                </p:cTn>
                              </p:par>
                              <p:par>
                                <p:cTn id="291" presetID="1" presetClass="entr" presetSubtype="0" fill="hold" nodeType="withEffect">
                                  <p:stCondLst>
                                    <p:cond delay="0"/>
                                  </p:stCondLst>
                                  <p:childTnLst>
                                    <p:set>
                                      <p:cBhvr>
                                        <p:cTn id="292" dur="1" fill="hold">
                                          <p:stCondLst>
                                            <p:cond delay="0"/>
                                          </p:stCondLst>
                                        </p:cTn>
                                        <p:tgtEl>
                                          <p:spTgt spid="142"/>
                                        </p:tgtEl>
                                        <p:attrNameLst>
                                          <p:attrName>style.visibility</p:attrName>
                                        </p:attrNameLst>
                                      </p:cBhvr>
                                      <p:to>
                                        <p:strVal val="visible"/>
                                      </p:to>
                                    </p:set>
                                  </p:childTnLst>
                                </p:cTn>
                              </p:par>
                            </p:childTnLst>
                          </p:cTn>
                        </p:par>
                      </p:childTnLst>
                    </p:cTn>
                  </p:par>
                  <p:par>
                    <p:cTn id="293" fill="hold">
                      <p:stCondLst>
                        <p:cond delay="indefinite"/>
                      </p:stCondLst>
                      <p:childTnLst>
                        <p:par>
                          <p:cTn id="294" fill="hold">
                            <p:stCondLst>
                              <p:cond delay="0"/>
                            </p:stCondLst>
                            <p:childTnLst>
                              <p:par>
                                <p:cTn id="295" presetID="1" presetClass="entr" presetSubtype="0" fill="hold" grpId="0" nodeType="clickEffect">
                                  <p:stCondLst>
                                    <p:cond delay="0"/>
                                  </p:stCondLst>
                                  <p:childTnLst>
                                    <p:set>
                                      <p:cBhvr>
                                        <p:cTn id="296" dur="1" fill="hold">
                                          <p:stCondLst>
                                            <p:cond delay="0"/>
                                          </p:stCondLst>
                                        </p:cTn>
                                        <p:tgtEl>
                                          <p:spTgt spid="43"/>
                                        </p:tgtEl>
                                        <p:attrNameLst>
                                          <p:attrName>style.visibility</p:attrName>
                                        </p:attrNameLst>
                                      </p:cBhvr>
                                      <p:to>
                                        <p:strVal val="visible"/>
                                      </p:to>
                                    </p:set>
                                  </p:childTnLst>
                                </p:cTn>
                              </p:par>
                            </p:childTnLst>
                          </p:cTn>
                        </p:par>
                      </p:childTnLst>
                    </p:cTn>
                  </p:par>
                  <p:par>
                    <p:cTn id="297" fill="hold">
                      <p:stCondLst>
                        <p:cond delay="indefinite"/>
                      </p:stCondLst>
                      <p:childTnLst>
                        <p:par>
                          <p:cTn id="298" fill="hold">
                            <p:stCondLst>
                              <p:cond delay="0"/>
                            </p:stCondLst>
                            <p:childTnLst>
                              <p:par>
                                <p:cTn id="299" presetID="1" presetClass="entr" presetSubtype="0" fill="hold" grpId="0" nodeType="clickEffect">
                                  <p:stCondLst>
                                    <p:cond delay="0"/>
                                  </p:stCondLst>
                                  <p:childTnLst>
                                    <p:set>
                                      <p:cBhvr>
                                        <p:cTn id="300" dur="1" fill="hold">
                                          <p:stCondLst>
                                            <p:cond delay="0"/>
                                          </p:stCondLst>
                                        </p:cTn>
                                        <p:tgtEl>
                                          <p:spTgt spid="72"/>
                                        </p:tgtEl>
                                        <p:attrNameLst>
                                          <p:attrName>style.visibility</p:attrName>
                                        </p:attrNameLst>
                                      </p:cBhvr>
                                      <p:to>
                                        <p:strVal val="visible"/>
                                      </p:to>
                                    </p:set>
                                  </p:childTnLst>
                                </p:cTn>
                              </p:par>
                            </p:childTnLst>
                          </p:cTn>
                        </p:par>
                      </p:childTnLst>
                    </p:cTn>
                  </p:par>
                  <p:par>
                    <p:cTn id="301" fill="hold">
                      <p:stCondLst>
                        <p:cond delay="indefinite"/>
                      </p:stCondLst>
                      <p:childTnLst>
                        <p:par>
                          <p:cTn id="302" fill="hold">
                            <p:stCondLst>
                              <p:cond delay="0"/>
                            </p:stCondLst>
                            <p:childTnLst>
                              <p:par>
                                <p:cTn id="303" presetID="1" presetClass="entr" presetSubtype="0" fill="hold" grpId="0" nodeType="clickEffect">
                                  <p:stCondLst>
                                    <p:cond delay="0"/>
                                  </p:stCondLst>
                                  <p:childTnLst>
                                    <p:set>
                                      <p:cBhvr>
                                        <p:cTn id="304" dur="1" fill="hold">
                                          <p:stCondLst>
                                            <p:cond delay="0"/>
                                          </p:stCondLst>
                                        </p:cTn>
                                        <p:tgtEl>
                                          <p:spTgt spid="104"/>
                                        </p:tgtEl>
                                        <p:attrNameLst>
                                          <p:attrName>style.visibility</p:attrName>
                                        </p:attrNameLst>
                                      </p:cBhvr>
                                      <p:to>
                                        <p:strVal val="visible"/>
                                      </p:to>
                                    </p:set>
                                  </p:childTnLst>
                                </p:cTn>
                              </p:par>
                            </p:childTnLst>
                          </p:cTn>
                        </p:par>
                      </p:childTnLst>
                    </p:cTn>
                  </p:par>
                  <p:par>
                    <p:cTn id="305" fill="hold">
                      <p:stCondLst>
                        <p:cond delay="indefinite"/>
                      </p:stCondLst>
                      <p:childTnLst>
                        <p:par>
                          <p:cTn id="306" fill="hold">
                            <p:stCondLst>
                              <p:cond delay="0"/>
                            </p:stCondLst>
                            <p:childTnLst>
                              <p:par>
                                <p:cTn id="307" presetID="1" presetClass="entr" presetSubtype="0" fill="hold" grpId="0" nodeType="clickEffect">
                                  <p:stCondLst>
                                    <p:cond delay="0"/>
                                  </p:stCondLst>
                                  <p:childTnLst>
                                    <p:set>
                                      <p:cBhvr>
                                        <p:cTn id="308" dur="1" fill="hold">
                                          <p:stCondLst>
                                            <p:cond delay="0"/>
                                          </p:stCondLst>
                                        </p:cTn>
                                        <p:tgtEl>
                                          <p:spTgt spid="87"/>
                                        </p:tgtEl>
                                        <p:attrNameLst>
                                          <p:attrName>style.visibility</p:attrName>
                                        </p:attrNameLst>
                                      </p:cBhvr>
                                      <p:to>
                                        <p:strVal val="visible"/>
                                      </p:to>
                                    </p:set>
                                  </p:childTnLst>
                                </p:cTn>
                              </p:par>
                            </p:childTnLst>
                          </p:cTn>
                        </p:par>
                      </p:childTnLst>
                    </p:cTn>
                  </p:par>
                  <p:par>
                    <p:cTn id="309" fill="hold">
                      <p:stCondLst>
                        <p:cond delay="indefinite"/>
                      </p:stCondLst>
                      <p:childTnLst>
                        <p:par>
                          <p:cTn id="310" fill="hold">
                            <p:stCondLst>
                              <p:cond delay="0"/>
                            </p:stCondLst>
                            <p:childTnLst>
                              <p:par>
                                <p:cTn id="311" presetID="1" presetClass="entr" presetSubtype="0" fill="hold" nodeType="clickEffect">
                                  <p:stCondLst>
                                    <p:cond delay="0"/>
                                  </p:stCondLst>
                                  <p:childTnLst>
                                    <p:set>
                                      <p:cBhvr>
                                        <p:cTn id="312" dur="1" fill="hold">
                                          <p:stCondLst>
                                            <p:cond delay="0"/>
                                          </p:stCondLst>
                                        </p:cTn>
                                        <p:tgtEl>
                                          <p:spTgt spid="62"/>
                                        </p:tgtEl>
                                        <p:attrNameLst>
                                          <p:attrName>style.visibility</p:attrName>
                                        </p:attrNameLst>
                                      </p:cBhvr>
                                      <p:to>
                                        <p:strVal val="visible"/>
                                      </p:to>
                                    </p:set>
                                  </p:childTnLst>
                                </p:cTn>
                              </p:par>
                            </p:childTnLst>
                          </p:cTn>
                        </p:par>
                      </p:childTnLst>
                    </p:cTn>
                  </p:par>
                  <p:par>
                    <p:cTn id="313" fill="hold">
                      <p:stCondLst>
                        <p:cond delay="indefinite"/>
                      </p:stCondLst>
                      <p:childTnLst>
                        <p:par>
                          <p:cTn id="314" fill="hold">
                            <p:stCondLst>
                              <p:cond delay="0"/>
                            </p:stCondLst>
                            <p:childTnLst>
                              <p:par>
                                <p:cTn id="315" presetID="1" presetClass="entr" presetSubtype="0" fill="hold" grpId="0" nodeType="clickEffect">
                                  <p:stCondLst>
                                    <p:cond delay="0"/>
                                  </p:stCondLst>
                                  <p:childTnLst>
                                    <p:set>
                                      <p:cBhvr>
                                        <p:cTn id="316" dur="1" fill="hold">
                                          <p:stCondLst>
                                            <p:cond delay="0"/>
                                          </p:stCondLst>
                                        </p:cTn>
                                        <p:tgtEl>
                                          <p:spTgt spid="59"/>
                                        </p:tgtEl>
                                        <p:attrNameLst>
                                          <p:attrName>style.visibility</p:attrName>
                                        </p:attrNameLst>
                                      </p:cBhvr>
                                      <p:to>
                                        <p:strVal val="visible"/>
                                      </p:to>
                                    </p:set>
                                  </p:childTnLst>
                                </p:cTn>
                              </p:par>
                              <p:par>
                                <p:cTn id="317" presetID="1" presetClass="entr" presetSubtype="0" fill="hold" grpId="0" nodeType="withEffect">
                                  <p:stCondLst>
                                    <p:cond delay="0"/>
                                  </p:stCondLst>
                                  <p:childTnLst>
                                    <p:set>
                                      <p:cBhvr>
                                        <p:cTn id="318" dur="1" fill="hold">
                                          <p:stCondLst>
                                            <p:cond delay="0"/>
                                          </p:stCondLst>
                                        </p:cTn>
                                        <p:tgtEl>
                                          <p:spTgt spid="119"/>
                                        </p:tgtEl>
                                        <p:attrNameLst>
                                          <p:attrName>style.visibility</p:attrName>
                                        </p:attrNameLst>
                                      </p:cBhvr>
                                      <p:to>
                                        <p:strVal val="visible"/>
                                      </p:to>
                                    </p:set>
                                  </p:childTnLst>
                                </p:cTn>
                              </p:par>
                            </p:childTnLst>
                          </p:cTn>
                        </p:par>
                      </p:childTnLst>
                    </p:cTn>
                  </p:par>
                  <p:par>
                    <p:cTn id="319" fill="hold">
                      <p:stCondLst>
                        <p:cond delay="indefinite"/>
                      </p:stCondLst>
                      <p:childTnLst>
                        <p:par>
                          <p:cTn id="320" fill="hold">
                            <p:stCondLst>
                              <p:cond delay="0"/>
                            </p:stCondLst>
                            <p:childTnLst>
                              <p:par>
                                <p:cTn id="321" presetID="1" presetClass="entr" presetSubtype="0" fill="hold" grpId="0" nodeType="clickEffect">
                                  <p:stCondLst>
                                    <p:cond delay="0"/>
                                  </p:stCondLst>
                                  <p:childTnLst>
                                    <p:set>
                                      <p:cBhvr>
                                        <p:cTn id="322" dur="1" fill="hold">
                                          <p:stCondLst>
                                            <p:cond delay="0"/>
                                          </p:stCondLst>
                                        </p:cTn>
                                        <p:tgtEl>
                                          <p:spTgt spid="27"/>
                                        </p:tgtEl>
                                        <p:attrNameLst>
                                          <p:attrName>style.visibility</p:attrName>
                                        </p:attrNameLst>
                                      </p:cBhvr>
                                      <p:to>
                                        <p:strVal val="visible"/>
                                      </p:to>
                                    </p:set>
                                  </p:childTnLst>
                                </p:cTn>
                              </p:par>
                            </p:childTnLst>
                          </p:cTn>
                        </p:par>
                      </p:childTnLst>
                    </p:cTn>
                  </p:par>
                  <p:par>
                    <p:cTn id="323" fill="hold">
                      <p:stCondLst>
                        <p:cond delay="indefinite"/>
                      </p:stCondLst>
                      <p:childTnLst>
                        <p:par>
                          <p:cTn id="324" fill="hold">
                            <p:stCondLst>
                              <p:cond delay="0"/>
                            </p:stCondLst>
                            <p:childTnLst>
                              <p:par>
                                <p:cTn id="325" presetID="1" presetClass="entr" presetSubtype="0" fill="hold" grpId="0" nodeType="clickEffect">
                                  <p:stCondLst>
                                    <p:cond delay="0"/>
                                  </p:stCondLst>
                                  <p:childTnLst>
                                    <p:set>
                                      <p:cBhvr>
                                        <p:cTn id="326" dur="1" fill="hold">
                                          <p:stCondLst>
                                            <p:cond delay="0"/>
                                          </p:stCondLst>
                                        </p:cTn>
                                        <p:tgtEl>
                                          <p:spTgt spid="58"/>
                                        </p:tgtEl>
                                        <p:attrNameLst>
                                          <p:attrName>style.visibility</p:attrName>
                                        </p:attrNameLst>
                                      </p:cBhvr>
                                      <p:to>
                                        <p:strVal val="visible"/>
                                      </p:to>
                                    </p:set>
                                  </p:childTnLst>
                                </p:cTn>
                              </p:par>
                            </p:childTnLst>
                          </p:cTn>
                        </p:par>
                      </p:childTnLst>
                    </p:cTn>
                  </p:par>
                  <p:par>
                    <p:cTn id="327" fill="hold">
                      <p:stCondLst>
                        <p:cond delay="indefinite"/>
                      </p:stCondLst>
                      <p:childTnLst>
                        <p:par>
                          <p:cTn id="328" fill="hold">
                            <p:stCondLst>
                              <p:cond delay="0"/>
                            </p:stCondLst>
                            <p:childTnLst>
                              <p:par>
                                <p:cTn id="329" presetID="1" presetClass="entr" presetSubtype="0" fill="hold" grpId="0" nodeType="clickEffect">
                                  <p:stCondLst>
                                    <p:cond delay="0"/>
                                  </p:stCondLst>
                                  <p:childTnLst>
                                    <p:set>
                                      <p:cBhvr>
                                        <p:cTn id="330" dur="1" fill="hold">
                                          <p:stCondLst>
                                            <p:cond delay="0"/>
                                          </p:stCondLst>
                                        </p:cTn>
                                        <p:tgtEl>
                                          <p:spTgt spid="66"/>
                                        </p:tgtEl>
                                        <p:attrNameLst>
                                          <p:attrName>style.visibility</p:attrName>
                                        </p:attrNameLst>
                                      </p:cBhvr>
                                      <p:to>
                                        <p:strVal val="visible"/>
                                      </p:to>
                                    </p:set>
                                  </p:childTnLst>
                                </p:cTn>
                              </p:par>
                            </p:childTnLst>
                          </p:cTn>
                        </p:par>
                      </p:childTnLst>
                    </p:cTn>
                  </p:par>
                  <p:par>
                    <p:cTn id="331" fill="hold">
                      <p:stCondLst>
                        <p:cond delay="indefinite"/>
                      </p:stCondLst>
                      <p:childTnLst>
                        <p:par>
                          <p:cTn id="332" fill="hold">
                            <p:stCondLst>
                              <p:cond delay="0"/>
                            </p:stCondLst>
                            <p:childTnLst>
                              <p:par>
                                <p:cTn id="333" presetID="1" presetClass="entr" presetSubtype="0" fill="hold" grpId="0" nodeType="clickEffect">
                                  <p:stCondLst>
                                    <p:cond delay="0"/>
                                  </p:stCondLst>
                                  <p:childTnLst>
                                    <p:set>
                                      <p:cBhvr>
                                        <p:cTn id="334" dur="1" fill="hold">
                                          <p:stCondLst>
                                            <p:cond delay="0"/>
                                          </p:stCondLst>
                                        </p:cTn>
                                        <p:tgtEl>
                                          <p:spTgt spid="80"/>
                                        </p:tgtEl>
                                        <p:attrNameLst>
                                          <p:attrName>style.visibility</p:attrName>
                                        </p:attrNameLst>
                                      </p:cBhvr>
                                      <p:to>
                                        <p:strVal val="visible"/>
                                      </p:to>
                                    </p:set>
                                  </p:childTnLst>
                                </p:cTn>
                              </p:par>
                            </p:childTnLst>
                          </p:cTn>
                        </p:par>
                      </p:childTnLst>
                    </p:cTn>
                  </p:par>
                  <p:par>
                    <p:cTn id="335" fill="hold">
                      <p:stCondLst>
                        <p:cond delay="indefinite"/>
                      </p:stCondLst>
                      <p:childTnLst>
                        <p:par>
                          <p:cTn id="336" fill="hold">
                            <p:stCondLst>
                              <p:cond delay="0"/>
                            </p:stCondLst>
                            <p:childTnLst>
                              <p:par>
                                <p:cTn id="337" presetID="1" presetClass="entr" presetSubtype="0" fill="hold" grpId="0" nodeType="clickEffect">
                                  <p:stCondLst>
                                    <p:cond delay="0"/>
                                  </p:stCondLst>
                                  <p:childTnLst>
                                    <p:set>
                                      <p:cBhvr>
                                        <p:cTn id="338" dur="1" fill="hold">
                                          <p:stCondLst>
                                            <p:cond delay="0"/>
                                          </p:stCondLst>
                                        </p:cTn>
                                        <p:tgtEl>
                                          <p:spTgt spid="77"/>
                                        </p:tgtEl>
                                        <p:attrNameLst>
                                          <p:attrName>style.visibility</p:attrName>
                                        </p:attrNameLst>
                                      </p:cBhvr>
                                      <p:to>
                                        <p:strVal val="visible"/>
                                      </p:to>
                                    </p:set>
                                  </p:childTnLst>
                                </p:cTn>
                              </p:par>
                            </p:childTnLst>
                          </p:cTn>
                        </p:par>
                      </p:childTnLst>
                    </p:cTn>
                  </p:par>
                  <p:par>
                    <p:cTn id="339" fill="hold">
                      <p:stCondLst>
                        <p:cond delay="indefinite"/>
                      </p:stCondLst>
                      <p:childTnLst>
                        <p:par>
                          <p:cTn id="340" fill="hold">
                            <p:stCondLst>
                              <p:cond delay="0"/>
                            </p:stCondLst>
                            <p:childTnLst>
                              <p:par>
                                <p:cTn id="341" presetID="1" presetClass="entr" presetSubtype="0" fill="hold" grpId="0" nodeType="clickEffect">
                                  <p:stCondLst>
                                    <p:cond delay="0"/>
                                  </p:stCondLst>
                                  <p:childTnLst>
                                    <p:set>
                                      <p:cBhvr>
                                        <p:cTn id="342" dur="1" fill="hold">
                                          <p:stCondLst>
                                            <p:cond delay="0"/>
                                          </p:stCondLst>
                                        </p:cTn>
                                        <p:tgtEl>
                                          <p:spTgt spid="180"/>
                                        </p:tgtEl>
                                        <p:attrNameLst>
                                          <p:attrName>style.visibility</p:attrName>
                                        </p:attrNameLst>
                                      </p:cBhvr>
                                      <p:to>
                                        <p:strVal val="visible"/>
                                      </p:to>
                                    </p:set>
                                  </p:childTnLst>
                                </p:cTn>
                              </p:par>
                            </p:childTnLst>
                          </p:cTn>
                        </p:par>
                      </p:childTnLst>
                    </p:cTn>
                  </p:par>
                  <p:par>
                    <p:cTn id="343" fill="hold">
                      <p:stCondLst>
                        <p:cond delay="indefinite"/>
                      </p:stCondLst>
                      <p:childTnLst>
                        <p:par>
                          <p:cTn id="344" fill="hold">
                            <p:stCondLst>
                              <p:cond delay="0"/>
                            </p:stCondLst>
                            <p:childTnLst>
                              <p:par>
                                <p:cTn id="345" presetID="1" presetClass="entr" presetSubtype="0" fill="hold" grpId="0" nodeType="clickEffect">
                                  <p:stCondLst>
                                    <p:cond delay="0"/>
                                  </p:stCondLst>
                                  <p:childTnLst>
                                    <p:set>
                                      <p:cBhvr>
                                        <p:cTn id="346" dur="1" fill="hold">
                                          <p:stCondLst>
                                            <p:cond delay="0"/>
                                          </p:stCondLst>
                                        </p:cTn>
                                        <p:tgtEl>
                                          <p:spTgt spid="82"/>
                                        </p:tgtEl>
                                        <p:attrNameLst>
                                          <p:attrName>style.visibility</p:attrName>
                                        </p:attrNameLst>
                                      </p:cBhvr>
                                      <p:to>
                                        <p:strVal val="visible"/>
                                      </p:to>
                                    </p:set>
                                  </p:childTnLst>
                                </p:cTn>
                              </p:par>
                            </p:childTnLst>
                          </p:cTn>
                        </p:par>
                      </p:childTnLst>
                    </p:cTn>
                  </p:par>
                  <p:par>
                    <p:cTn id="347" fill="hold">
                      <p:stCondLst>
                        <p:cond delay="indefinite"/>
                      </p:stCondLst>
                      <p:childTnLst>
                        <p:par>
                          <p:cTn id="348" fill="hold">
                            <p:stCondLst>
                              <p:cond delay="0"/>
                            </p:stCondLst>
                            <p:childTnLst>
                              <p:par>
                                <p:cTn id="349" presetID="1" presetClass="entr" presetSubtype="0" fill="hold" grpId="0" nodeType="clickEffect">
                                  <p:stCondLst>
                                    <p:cond delay="0"/>
                                  </p:stCondLst>
                                  <p:childTnLst>
                                    <p:set>
                                      <p:cBhvr>
                                        <p:cTn id="350" dur="1" fill="hold">
                                          <p:stCondLst>
                                            <p:cond delay="0"/>
                                          </p:stCondLst>
                                        </p:cTn>
                                        <p:tgtEl>
                                          <p:spTgt spid="61"/>
                                        </p:tgtEl>
                                        <p:attrNameLst>
                                          <p:attrName>style.visibility</p:attrName>
                                        </p:attrNameLst>
                                      </p:cBhvr>
                                      <p:to>
                                        <p:strVal val="visible"/>
                                      </p:to>
                                    </p:set>
                                  </p:childTnLst>
                                </p:cTn>
                              </p:par>
                            </p:childTnLst>
                          </p:cTn>
                        </p:par>
                      </p:childTnLst>
                    </p:cTn>
                  </p:par>
                  <p:par>
                    <p:cTn id="351" fill="hold">
                      <p:stCondLst>
                        <p:cond delay="indefinite"/>
                      </p:stCondLst>
                      <p:childTnLst>
                        <p:par>
                          <p:cTn id="352" fill="hold">
                            <p:stCondLst>
                              <p:cond delay="0"/>
                            </p:stCondLst>
                            <p:childTnLst>
                              <p:par>
                                <p:cTn id="353" presetID="1" presetClass="entr" presetSubtype="0" fill="hold" grpId="0" nodeType="clickEffect">
                                  <p:stCondLst>
                                    <p:cond delay="0"/>
                                  </p:stCondLst>
                                  <p:childTnLst>
                                    <p:set>
                                      <p:cBhvr>
                                        <p:cTn id="354" dur="1" fill="hold">
                                          <p:stCondLst>
                                            <p:cond delay="0"/>
                                          </p:stCondLst>
                                        </p:cTn>
                                        <p:tgtEl>
                                          <p:spTgt spid="161"/>
                                        </p:tgtEl>
                                        <p:attrNameLst>
                                          <p:attrName>style.visibility</p:attrName>
                                        </p:attrNameLst>
                                      </p:cBhvr>
                                      <p:to>
                                        <p:strVal val="visible"/>
                                      </p:to>
                                    </p:set>
                                  </p:childTnLst>
                                </p:cTn>
                              </p:par>
                            </p:childTnLst>
                          </p:cTn>
                        </p:par>
                      </p:childTnLst>
                    </p:cTn>
                  </p:par>
                  <p:par>
                    <p:cTn id="355" fill="hold">
                      <p:stCondLst>
                        <p:cond delay="indefinite"/>
                      </p:stCondLst>
                      <p:childTnLst>
                        <p:par>
                          <p:cTn id="356" fill="hold">
                            <p:stCondLst>
                              <p:cond delay="0"/>
                            </p:stCondLst>
                            <p:childTnLst>
                              <p:par>
                                <p:cTn id="357" presetID="1" presetClass="entr" presetSubtype="0" fill="hold" grpId="0" nodeType="clickEffect">
                                  <p:stCondLst>
                                    <p:cond delay="0"/>
                                  </p:stCondLst>
                                  <p:childTnLst>
                                    <p:set>
                                      <p:cBhvr>
                                        <p:cTn id="358" dur="1" fill="hold">
                                          <p:stCondLst>
                                            <p:cond delay="0"/>
                                          </p:stCondLst>
                                        </p:cTn>
                                        <p:tgtEl>
                                          <p:spTgt spid="171"/>
                                        </p:tgtEl>
                                        <p:attrNameLst>
                                          <p:attrName>style.visibility</p:attrName>
                                        </p:attrNameLst>
                                      </p:cBhvr>
                                      <p:to>
                                        <p:strVal val="visible"/>
                                      </p:to>
                                    </p:set>
                                  </p:childTnLst>
                                </p:cTn>
                              </p:par>
                            </p:childTnLst>
                          </p:cTn>
                        </p:par>
                      </p:childTnLst>
                    </p:cTn>
                  </p:par>
                  <p:par>
                    <p:cTn id="359" fill="hold">
                      <p:stCondLst>
                        <p:cond delay="indefinite"/>
                      </p:stCondLst>
                      <p:childTnLst>
                        <p:par>
                          <p:cTn id="360" fill="hold">
                            <p:stCondLst>
                              <p:cond delay="0"/>
                            </p:stCondLst>
                            <p:childTnLst>
                              <p:par>
                                <p:cTn id="361" presetID="1" presetClass="entr" presetSubtype="0" fill="hold" nodeType="clickEffect">
                                  <p:stCondLst>
                                    <p:cond delay="0"/>
                                  </p:stCondLst>
                                  <p:childTnLst>
                                    <p:set>
                                      <p:cBhvr>
                                        <p:cTn id="362" dur="1" fill="hold">
                                          <p:stCondLst>
                                            <p:cond delay="0"/>
                                          </p:stCondLst>
                                        </p:cTn>
                                        <p:tgtEl>
                                          <p:spTgt spid="170"/>
                                        </p:tgtEl>
                                        <p:attrNameLst>
                                          <p:attrName>style.visibility</p:attrName>
                                        </p:attrNameLst>
                                      </p:cBhvr>
                                      <p:to>
                                        <p:strVal val="visible"/>
                                      </p:to>
                                    </p:set>
                                  </p:childTnLst>
                                </p:cTn>
                              </p:par>
                              <p:par>
                                <p:cTn id="363" presetID="1" presetClass="exit" presetSubtype="0" fill="hold" grpId="1" nodeType="withEffect">
                                  <p:stCondLst>
                                    <p:cond delay="0"/>
                                  </p:stCondLst>
                                  <p:childTnLst>
                                    <p:set>
                                      <p:cBhvr>
                                        <p:cTn id="364" dur="1" fill="hold">
                                          <p:stCondLst>
                                            <p:cond delay="0"/>
                                          </p:stCondLst>
                                        </p:cTn>
                                        <p:tgtEl>
                                          <p:spTgt spid="169"/>
                                        </p:tgtEl>
                                        <p:attrNameLst>
                                          <p:attrName>style.visibility</p:attrName>
                                        </p:attrNameLst>
                                      </p:cBhvr>
                                      <p:to>
                                        <p:strVal val="hidden"/>
                                      </p:to>
                                    </p:set>
                                  </p:childTnLst>
                                </p:cTn>
                              </p:par>
                              <p:par>
                                <p:cTn id="365" presetID="1" presetClass="exit" presetSubtype="0" fill="hold" grpId="1" nodeType="withEffect">
                                  <p:stCondLst>
                                    <p:cond delay="0"/>
                                  </p:stCondLst>
                                  <p:childTnLst>
                                    <p:set>
                                      <p:cBhvr>
                                        <p:cTn id="366" dur="1" fill="hold">
                                          <p:stCondLst>
                                            <p:cond delay="0"/>
                                          </p:stCondLst>
                                        </p:cTn>
                                        <p:tgtEl>
                                          <p:spTgt spid="168"/>
                                        </p:tgtEl>
                                        <p:attrNameLst>
                                          <p:attrName>style.visibility</p:attrName>
                                        </p:attrNameLst>
                                      </p:cBhvr>
                                      <p:to>
                                        <p:strVal val="hidden"/>
                                      </p:to>
                                    </p:set>
                                  </p:childTnLst>
                                </p:cTn>
                              </p:par>
                            </p:childTnLst>
                          </p:cTn>
                        </p:par>
                      </p:childTnLst>
                    </p:cTn>
                  </p:par>
                  <p:par>
                    <p:cTn id="367" fill="hold">
                      <p:stCondLst>
                        <p:cond delay="indefinite"/>
                      </p:stCondLst>
                      <p:childTnLst>
                        <p:par>
                          <p:cTn id="368" fill="hold">
                            <p:stCondLst>
                              <p:cond delay="0"/>
                            </p:stCondLst>
                            <p:childTnLst>
                              <p:par>
                                <p:cTn id="369" presetID="1" presetClass="entr" presetSubtype="0" fill="hold" grpId="0" nodeType="clickEffect">
                                  <p:stCondLst>
                                    <p:cond delay="0"/>
                                  </p:stCondLst>
                                  <p:childTnLst>
                                    <p:set>
                                      <p:cBhvr>
                                        <p:cTn id="370" dur="1" fill="hold">
                                          <p:stCondLst>
                                            <p:cond delay="0"/>
                                          </p:stCondLst>
                                        </p:cTn>
                                        <p:tgtEl>
                                          <p:spTgt spid="102"/>
                                        </p:tgtEl>
                                        <p:attrNameLst>
                                          <p:attrName>style.visibility</p:attrName>
                                        </p:attrNameLst>
                                      </p:cBhvr>
                                      <p:to>
                                        <p:strVal val="visible"/>
                                      </p:to>
                                    </p:set>
                                  </p:childTnLst>
                                </p:cTn>
                              </p:par>
                              <p:par>
                                <p:cTn id="371" presetID="1" presetClass="entr" presetSubtype="0" fill="hold" nodeType="withEffect">
                                  <p:stCondLst>
                                    <p:cond delay="0"/>
                                  </p:stCondLst>
                                  <p:childTnLst>
                                    <p:set>
                                      <p:cBhvr>
                                        <p:cTn id="372" dur="1" fill="hold">
                                          <p:stCondLst>
                                            <p:cond delay="0"/>
                                          </p:stCondLst>
                                        </p:cTn>
                                        <p:tgtEl>
                                          <p:spTgt spid="60"/>
                                        </p:tgtEl>
                                        <p:attrNameLst>
                                          <p:attrName>style.visibility</p:attrName>
                                        </p:attrNameLst>
                                      </p:cBhvr>
                                      <p:to>
                                        <p:strVal val="visible"/>
                                      </p:to>
                                    </p:set>
                                  </p:childTnLst>
                                </p:cTn>
                              </p:par>
                            </p:childTnLst>
                          </p:cTn>
                        </p:par>
                      </p:childTnLst>
                    </p:cTn>
                  </p:par>
                  <p:par>
                    <p:cTn id="373" fill="hold">
                      <p:stCondLst>
                        <p:cond delay="indefinite"/>
                      </p:stCondLst>
                      <p:childTnLst>
                        <p:par>
                          <p:cTn id="374" fill="hold">
                            <p:stCondLst>
                              <p:cond delay="0"/>
                            </p:stCondLst>
                            <p:childTnLst>
                              <p:par>
                                <p:cTn id="375" presetID="1" presetClass="entr" presetSubtype="0" fill="hold" grpId="0" nodeType="clickEffect">
                                  <p:stCondLst>
                                    <p:cond delay="0"/>
                                  </p:stCondLst>
                                  <p:childTnLst>
                                    <p:set>
                                      <p:cBhvr>
                                        <p:cTn id="376" dur="1" fill="hold">
                                          <p:stCondLst>
                                            <p:cond delay="0"/>
                                          </p:stCondLst>
                                        </p:cTn>
                                        <p:tgtEl>
                                          <p:spTgt spid="99"/>
                                        </p:tgtEl>
                                        <p:attrNameLst>
                                          <p:attrName>style.visibility</p:attrName>
                                        </p:attrNameLst>
                                      </p:cBhvr>
                                      <p:to>
                                        <p:strVal val="visible"/>
                                      </p:to>
                                    </p:set>
                                  </p:childTnLst>
                                </p:cTn>
                              </p:par>
                              <p:par>
                                <p:cTn id="377" presetID="1" presetClass="entr" presetSubtype="0" fill="hold" nodeType="withEffect">
                                  <p:stCondLst>
                                    <p:cond delay="0"/>
                                  </p:stCondLst>
                                  <p:childTnLst>
                                    <p:set>
                                      <p:cBhvr>
                                        <p:cTn id="378" dur="1" fill="hold">
                                          <p:stCondLst>
                                            <p:cond delay="0"/>
                                          </p:stCondLst>
                                        </p:cTn>
                                        <p:tgtEl>
                                          <p:spTgt spid="160"/>
                                        </p:tgtEl>
                                        <p:attrNameLst>
                                          <p:attrName>style.visibility</p:attrName>
                                        </p:attrNameLst>
                                      </p:cBhvr>
                                      <p:to>
                                        <p:strVal val="visible"/>
                                      </p:to>
                                    </p:set>
                                  </p:childTnLst>
                                </p:cTn>
                              </p:par>
                              <p:par>
                                <p:cTn id="379" presetID="1" presetClass="entr" presetSubtype="0" fill="hold" grpId="0" nodeType="withEffect">
                                  <p:stCondLst>
                                    <p:cond delay="0"/>
                                  </p:stCondLst>
                                  <p:childTnLst>
                                    <p:set>
                                      <p:cBhvr>
                                        <p:cTn id="380" dur="1" fill="hold">
                                          <p:stCondLst>
                                            <p:cond delay="0"/>
                                          </p:stCondLst>
                                        </p:cTn>
                                        <p:tgtEl>
                                          <p:spTgt spid="78"/>
                                        </p:tgtEl>
                                        <p:attrNameLst>
                                          <p:attrName>style.visibility</p:attrName>
                                        </p:attrNameLst>
                                      </p:cBhvr>
                                      <p:to>
                                        <p:strVal val="visible"/>
                                      </p:to>
                                    </p:set>
                                  </p:childTnLst>
                                </p:cTn>
                              </p:par>
                            </p:childTnLst>
                          </p:cTn>
                        </p:par>
                      </p:childTnLst>
                    </p:cTn>
                  </p:par>
                  <p:par>
                    <p:cTn id="381" fill="hold">
                      <p:stCondLst>
                        <p:cond delay="indefinite"/>
                      </p:stCondLst>
                      <p:childTnLst>
                        <p:par>
                          <p:cTn id="382" fill="hold">
                            <p:stCondLst>
                              <p:cond delay="0"/>
                            </p:stCondLst>
                            <p:childTnLst>
                              <p:par>
                                <p:cTn id="383" presetID="1" presetClass="entr" presetSubtype="0" fill="hold" nodeType="clickEffect">
                                  <p:stCondLst>
                                    <p:cond delay="0"/>
                                  </p:stCondLst>
                                  <p:childTnLst>
                                    <p:set>
                                      <p:cBhvr>
                                        <p:cTn id="384" dur="1" fill="hold">
                                          <p:stCondLst>
                                            <p:cond delay="0"/>
                                          </p:stCondLst>
                                        </p:cTn>
                                        <p:tgtEl>
                                          <p:spTgt spid="162"/>
                                        </p:tgtEl>
                                        <p:attrNameLst>
                                          <p:attrName>style.visibility</p:attrName>
                                        </p:attrNameLst>
                                      </p:cBhvr>
                                      <p:to>
                                        <p:strVal val="visible"/>
                                      </p:to>
                                    </p:set>
                                  </p:childTnLst>
                                </p:cTn>
                              </p:par>
                              <p:par>
                                <p:cTn id="385" presetID="1" presetClass="entr" presetSubtype="0" fill="hold" grpId="0" nodeType="withEffect">
                                  <p:stCondLst>
                                    <p:cond delay="0"/>
                                  </p:stCondLst>
                                  <p:childTnLst>
                                    <p:set>
                                      <p:cBhvr>
                                        <p:cTn id="386" dur="1" fill="hold">
                                          <p:stCondLst>
                                            <p:cond delay="0"/>
                                          </p:stCondLst>
                                        </p:cTn>
                                        <p:tgtEl>
                                          <p:spTgt spid="63"/>
                                        </p:tgtEl>
                                        <p:attrNameLst>
                                          <p:attrName>style.visibility</p:attrName>
                                        </p:attrNameLst>
                                      </p:cBhvr>
                                      <p:to>
                                        <p:strVal val="visible"/>
                                      </p:to>
                                    </p:set>
                                  </p:childTnLst>
                                </p:cTn>
                              </p:par>
                              <p:par>
                                <p:cTn id="387" presetID="1" presetClass="entr" presetSubtype="0" fill="hold" grpId="0" nodeType="withEffect">
                                  <p:stCondLst>
                                    <p:cond delay="0"/>
                                  </p:stCondLst>
                                  <p:childTnLst>
                                    <p:set>
                                      <p:cBhvr>
                                        <p:cTn id="388" dur="1" fill="hold">
                                          <p:stCondLst>
                                            <p:cond delay="0"/>
                                          </p:stCondLst>
                                        </p:cTn>
                                        <p:tgtEl>
                                          <p:spTgt spid="107"/>
                                        </p:tgtEl>
                                        <p:attrNameLst>
                                          <p:attrName>style.visibility</p:attrName>
                                        </p:attrNameLst>
                                      </p:cBhvr>
                                      <p:to>
                                        <p:strVal val="visible"/>
                                      </p:to>
                                    </p:set>
                                  </p:childTnLst>
                                </p:cTn>
                              </p:par>
                            </p:childTnLst>
                          </p:cTn>
                        </p:par>
                      </p:childTnLst>
                    </p:cTn>
                  </p:par>
                  <p:par>
                    <p:cTn id="389" fill="hold">
                      <p:stCondLst>
                        <p:cond delay="indefinite"/>
                      </p:stCondLst>
                      <p:childTnLst>
                        <p:par>
                          <p:cTn id="390" fill="hold">
                            <p:stCondLst>
                              <p:cond delay="0"/>
                            </p:stCondLst>
                            <p:childTnLst>
                              <p:par>
                                <p:cTn id="391" presetID="1" presetClass="entr" presetSubtype="0" fill="hold" grpId="0" nodeType="clickEffect">
                                  <p:stCondLst>
                                    <p:cond delay="0"/>
                                  </p:stCondLst>
                                  <p:childTnLst>
                                    <p:set>
                                      <p:cBhvr>
                                        <p:cTn id="392" dur="1" fill="hold">
                                          <p:stCondLst>
                                            <p:cond delay="0"/>
                                          </p:stCondLst>
                                        </p:cTn>
                                        <p:tgtEl>
                                          <p:spTgt spid="108"/>
                                        </p:tgtEl>
                                        <p:attrNameLst>
                                          <p:attrName>style.visibility</p:attrName>
                                        </p:attrNameLst>
                                      </p:cBhvr>
                                      <p:to>
                                        <p:strVal val="visible"/>
                                      </p:to>
                                    </p:set>
                                  </p:childTnLst>
                                </p:cTn>
                              </p:par>
                            </p:childTnLst>
                          </p:cTn>
                        </p:par>
                      </p:childTnLst>
                    </p:cTn>
                  </p:par>
                  <p:par>
                    <p:cTn id="393" fill="hold">
                      <p:stCondLst>
                        <p:cond delay="indefinite"/>
                      </p:stCondLst>
                      <p:childTnLst>
                        <p:par>
                          <p:cTn id="394" fill="hold">
                            <p:stCondLst>
                              <p:cond delay="0"/>
                            </p:stCondLst>
                            <p:childTnLst>
                              <p:par>
                                <p:cTn id="395" presetID="1" presetClass="entr" presetSubtype="0" fill="hold" nodeType="clickEffect">
                                  <p:stCondLst>
                                    <p:cond delay="0"/>
                                  </p:stCondLst>
                                  <p:childTnLst>
                                    <p:set>
                                      <p:cBhvr>
                                        <p:cTn id="396" dur="1" fill="hold">
                                          <p:stCondLst>
                                            <p:cond delay="0"/>
                                          </p:stCondLst>
                                        </p:cTn>
                                        <p:tgtEl>
                                          <p:spTgt spid="159"/>
                                        </p:tgtEl>
                                        <p:attrNameLst>
                                          <p:attrName>style.visibility</p:attrName>
                                        </p:attrNameLst>
                                      </p:cBhvr>
                                      <p:to>
                                        <p:strVal val="visible"/>
                                      </p:to>
                                    </p:set>
                                  </p:childTnLst>
                                </p:cTn>
                              </p:par>
                              <p:par>
                                <p:cTn id="397" presetID="1" presetClass="entr" presetSubtype="0" fill="hold" nodeType="withEffect">
                                  <p:stCondLst>
                                    <p:cond delay="0"/>
                                  </p:stCondLst>
                                  <p:childTnLst>
                                    <p:set>
                                      <p:cBhvr>
                                        <p:cTn id="398" dur="1" fill="hold">
                                          <p:stCondLst>
                                            <p:cond delay="0"/>
                                          </p:stCondLst>
                                        </p:cTn>
                                        <p:tgtEl>
                                          <p:spTgt spid="138"/>
                                        </p:tgtEl>
                                        <p:attrNameLst>
                                          <p:attrName>style.visibility</p:attrName>
                                        </p:attrNameLst>
                                      </p:cBhvr>
                                      <p:to>
                                        <p:strVal val="visible"/>
                                      </p:to>
                                    </p:set>
                                  </p:childTnLst>
                                </p:cTn>
                              </p:par>
                              <p:par>
                                <p:cTn id="399" presetID="1" presetClass="entr" presetSubtype="0" fill="hold" grpId="0" nodeType="withEffect">
                                  <p:stCondLst>
                                    <p:cond delay="0"/>
                                  </p:stCondLst>
                                  <p:childTnLst>
                                    <p:set>
                                      <p:cBhvr>
                                        <p:cTn id="400" dur="1" fill="hold">
                                          <p:stCondLst>
                                            <p:cond delay="0"/>
                                          </p:stCondLst>
                                        </p:cTn>
                                        <p:tgtEl>
                                          <p:spTgt spid="101"/>
                                        </p:tgtEl>
                                        <p:attrNameLst>
                                          <p:attrName>style.visibility</p:attrName>
                                        </p:attrNameLst>
                                      </p:cBhvr>
                                      <p:to>
                                        <p:strVal val="visible"/>
                                      </p:to>
                                    </p:set>
                                  </p:childTnLst>
                                </p:cTn>
                              </p:par>
                            </p:childTnLst>
                          </p:cTn>
                        </p:par>
                      </p:childTnLst>
                    </p:cTn>
                  </p:par>
                  <p:par>
                    <p:cTn id="401" fill="hold">
                      <p:stCondLst>
                        <p:cond delay="indefinite"/>
                      </p:stCondLst>
                      <p:childTnLst>
                        <p:par>
                          <p:cTn id="402" fill="hold">
                            <p:stCondLst>
                              <p:cond delay="0"/>
                            </p:stCondLst>
                            <p:childTnLst>
                              <p:par>
                                <p:cTn id="403" presetID="1" presetClass="entr" presetSubtype="0" fill="hold" grpId="0" nodeType="clickEffect">
                                  <p:stCondLst>
                                    <p:cond delay="0"/>
                                  </p:stCondLst>
                                  <p:childTnLst>
                                    <p:set>
                                      <p:cBhvr>
                                        <p:cTn id="404" dur="1" fill="hold">
                                          <p:stCondLst>
                                            <p:cond delay="0"/>
                                          </p:stCondLst>
                                        </p:cTn>
                                        <p:tgtEl>
                                          <p:spTgt spid="122"/>
                                        </p:tgtEl>
                                        <p:attrNameLst>
                                          <p:attrName>style.visibility</p:attrName>
                                        </p:attrNameLst>
                                      </p:cBhvr>
                                      <p:to>
                                        <p:strVal val="visible"/>
                                      </p:to>
                                    </p:set>
                                  </p:childTnLst>
                                </p:cTn>
                              </p:par>
                            </p:childTnLst>
                          </p:cTn>
                        </p:par>
                      </p:childTnLst>
                    </p:cTn>
                  </p:par>
                  <p:par>
                    <p:cTn id="405" fill="hold">
                      <p:stCondLst>
                        <p:cond delay="indefinite"/>
                      </p:stCondLst>
                      <p:childTnLst>
                        <p:par>
                          <p:cTn id="406" fill="hold">
                            <p:stCondLst>
                              <p:cond delay="0"/>
                            </p:stCondLst>
                            <p:childTnLst>
                              <p:par>
                                <p:cTn id="407" presetID="1" presetClass="entr" presetSubtype="0" fill="hold" grpId="0" nodeType="clickEffect">
                                  <p:stCondLst>
                                    <p:cond delay="0"/>
                                  </p:stCondLst>
                                  <p:childTnLst>
                                    <p:set>
                                      <p:cBhvr>
                                        <p:cTn id="408" dur="1" fill="hold">
                                          <p:stCondLst>
                                            <p:cond delay="0"/>
                                          </p:stCondLst>
                                        </p:cTn>
                                        <p:tgtEl>
                                          <p:spTgt spid="110"/>
                                        </p:tgtEl>
                                        <p:attrNameLst>
                                          <p:attrName>style.visibility</p:attrName>
                                        </p:attrNameLst>
                                      </p:cBhvr>
                                      <p:to>
                                        <p:strVal val="visible"/>
                                      </p:to>
                                    </p:set>
                                  </p:childTnLst>
                                </p:cTn>
                              </p:par>
                            </p:childTnLst>
                          </p:cTn>
                        </p:par>
                      </p:childTnLst>
                    </p:cTn>
                  </p:par>
                  <p:par>
                    <p:cTn id="409" fill="hold">
                      <p:stCondLst>
                        <p:cond delay="indefinite"/>
                      </p:stCondLst>
                      <p:childTnLst>
                        <p:par>
                          <p:cTn id="410" fill="hold">
                            <p:stCondLst>
                              <p:cond delay="0"/>
                            </p:stCondLst>
                            <p:childTnLst>
                              <p:par>
                                <p:cTn id="411" presetID="1" presetClass="entr" presetSubtype="0" fill="hold" grpId="0" nodeType="clickEffect">
                                  <p:stCondLst>
                                    <p:cond delay="0"/>
                                  </p:stCondLst>
                                  <p:childTnLst>
                                    <p:set>
                                      <p:cBhvr>
                                        <p:cTn id="412" dur="1" fill="hold">
                                          <p:stCondLst>
                                            <p:cond delay="0"/>
                                          </p:stCondLst>
                                        </p:cTn>
                                        <p:tgtEl>
                                          <p:spTgt spid="73"/>
                                        </p:tgtEl>
                                        <p:attrNameLst>
                                          <p:attrName>style.visibility</p:attrName>
                                        </p:attrNameLst>
                                      </p:cBhvr>
                                      <p:to>
                                        <p:strVal val="visible"/>
                                      </p:to>
                                    </p:set>
                                  </p:childTnLst>
                                </p:cTn>
                              </p:par>
                            </p:childTnLst>
                          </p:cTn>
                        </p:par>
                      </p:childTnLst>
                    </p:cTn>
                  </p:par>
                  <p:par>
                    <p:cTn id="413" fill="hold">
                      <p:stCondLst>
                        <p:cond delay="indefinite"/>
                      </p:stCondLst>
                      <p:childTnLst>
                        <p:par>
                          <p:cTn id="414" fill="hold">
                            <p:stCondLst>
                              <p:cond delay="0"/>
                            </p:stCondLst>
                            <p:childTnLst>
                              <p:par>
                                <p:cTn id="415" presetID="1" presetClass="entr" presetSubtype="0" fill="hold" grpId="0" nodeType="clickEffect">
                                  <p:stCondLst>
                                    <p:cond delay="0"/>
                                  </p:stCondLst>
                                  <p:childTnLst>
                                    <p:set>
                                      <p:cBhvr>
                                        <p:cTn id="416" dur="1" fill="hold">
                                          <p:stCondLst>
                                            <p:cond delay="0"/>
                                          </p:stCondLst>
                                        </p:cTn>
                                        <p:tgtEl>
                                          <p:spTgt spid="109"/>
                                        </p:tgtEl>
                                        <p:attrNameLst>
                                          <p:attrName>style.visibility</p:attrName>
                                        </p:attrNameLst>
                                      </p:cBhvr>
                                      <p:to>
                                        <p:strVal val="visible"/>
                                      </p:to>
                                    </p:set>
                                  </p:childTnLst>
                                </p:cTn>
                              </p:par>
                            </p:childTnLst>
                          </p:cTn>
                        </p:par>
                      </p:childTnLst>
                    </p:cTn>
                  </p:par>
                  <p:par>
                    <p:cTn id="417" fill="hold">
                      <p:stCondLst>
                        <p:cond delay="indefinite"/>
                      </p:stCondLst>
                      <p:childTnLst>
                        <p:par>
                          <p:cTn id="418" fill="hold">
                            <p:stCondLst>
                              <p:cond delay="0"/>
                            </p:stCondLst>
                            <p:childTnLst>
                              <p:par>
                                <p:cTn id="419" presetID="1" presetClass="entr" presetSubtype="0" fill="hold" grpId="0" nodeType="clickEffect">
                                  <p:stCondLst>
                                    <p:cond delay="0"/>
                                  </p:stCondLst>
                                  <p:childTnLst>
                                    <p:set>
                                      <p:cBhvr>
                                        <p:cTn id="420" dur="1" fill="hold">
                                          <p:stCondLst>
                                            <p:cond delay="0"/>
                                          </p:stCondLst>
                                        </p:cTn>
                                        <p:tgtEl>
                                          <p:spTgt spid="74"/>
                                        </p:tgtEl>
                                        <p:attrNameLst>
                                          <p:attrName>style.visibility</p:attrName>
                                        </p:attrNameLst>
                                      </p:cBhvr>
                                      <p:to>
                                        <p:strVal val="visible"/>
                                      </p:to>
                                    </p:set>
                                  </p:childTnLst>
                                </p:cTn>
                              </p:par>
                            </p:childTnLst>
                          </p:cTn>
                        </p:par>
                      </p:childTnLst>
                    </p:cTn>
                  </p:par>
                  <p:par>
                    <p:cTn id="421" fill="hold">
                      <p:stCondLst>
                        <p:cond delay="indefinite"/>
                      </p:stCondLst>
                      <p:childTnLst>
                        <p:par>
                          <p:cTn id="422" fill="hold">
                            <p:stCondLst>
                              <p:cond delay="0"/>
                            </p:stCondLst>
                            <p:childTnLst>
                              <p:par>
                                <p:cTn id="423" presetID="1" presetClass="entr" presetSubtype="0" fill="hold" grpId="0" nodeType="clickEffect">
                                  <p:stCondLst>
                                    <p:cond delay="0"/>
                                  </p:stCondLst>
                                  <p:childTnLst>
                                    <p:set>
                                      <p:cBhvr>
                                        <p:cTn id="424" dur="1" fill="hold">
                                          <p:stCondLst>
                                            <p:cond delay="0"/>
                                          </p:stCondLst>
                                        </p:cTn>
                                        <p:tgtEl>
                                          <p:spTgt spid="93"/>
                                        </p:tgtEl>
                                        <p:attrNameLst>
                                          <p:attrName>style.visibility</p:attrName>
                                        </p:attrNameLst>
                                      </p:cBhvr>
                                      <p:to>
                                        <p:strVal val="visible"/>
                                      </p:to>
                                    </p:set>
                                  </p:childTnLst>
                                </p:cTn>
                              </p:par>
                              <p:par>
                                <p:cTn id="425" presetID="1" presetClass="entr" presetSubtype="0" fill="hold" nodeType="withEffect">
                                  <p:stCondLst>
                                    <p:cond delay="0"/>
                                  </p:stCondLst>
                                  <p:childTnLst>
                                    <p:set>
                                      <p:cBhvr>
                                        <p:cTn id="426" dur="1" fill="hold">
                                          <p:stCondLst>
                                            <p:cond delay="0"/>
                                          </p:stCondLst>
                                        </p:cTn>
                                        <p:tgtEl>
                                          <p:spTgt spid="92"/>
                                        </p:tgtEl>
                                        <p:attrNameLst>
                                          <p:attrName>style.visibility</p:attrName>
                                        </p:attrNameLst>
                                      </p:cBhvr>
                                      <p:to>
                                        <p:strVal val="visible"/>
                                      </p:to>
                                    </p:set>
                                  </p:childTnLst>
                                </p:cTn>
                              </p:par>
                            </p:childTnLst>
                          </p:cTn>
                        </p:par>
                      </p:childTnLst>
                    </p:cTn>
                  </p:par>
                  <p:par>
                    <p:cTn id="427" fill="hold">
                      <p:stCondLst>
                        <p:cond delay="indefinite"/>
                      </p:stCondLst>
                      <p:childTnLst>
                        <p:par>
                          <p:cTn id="428" fill="hold">
                            <p:stCondLst>
                              <p:cond delay="0"/>
                            </p:stCondLst>
                            <p:childTnLst>
                              <p:par>
                                <p:cTn id="429" presetID="1" presetClass="entr" presetSubtype="0" fill="hold" grpId="0" nodeType="clickEffect">
                                  <p:stCondLst>
                                    <p:cond delay="0"/>
                                  </p:stCondLst>
                                  <p:childTnLst>
                                    <p:set>
                                      <p:cBhvr>
                                        <p:cTn id="430" dur="1" fill="hold">
                                          <p:stCondLst>
                                            <p:cond delay="0"/>
                                          </p:stCondLst>
                                        </p:cTn>
                                        <p:tgtEl>
                                          <p:spTgt spid="149"/>
                                        </p:tgtEl>
                                        <p:attrNameLst>
                                          <p:attrName>style.visibility</p:attrName>
                                        </p:attrNameLst>
                                      </p:cBhvr>
                                      <p:to>
                                        <p:strVal val="visible"/>
                                      </p:to>
                                    </p:set>
                                  </p:childTnLst>
                                </p:cTn>
                              </p:par>
                            </p:childTnLst>
                          </p:cTn>
                        </p:par>
                      </p:childTnLst>
                    </p:cTn>
                  </p:par>
                  <p:par>
                    <p:cTn id="431" fill="hold">
                      <p:stCondLst>
                        <p:cond delay="indefinite"/>
                      </p:stCondLst>
                      <p:childTnLst>
                        <p:par>
                          <p:cTn id="432" fill="hold">
                            <p:stCondLst>
                              <p:cond delay="0"/>
                            </p:stCondLst>
                            <p:childTnLst>
                              <p:par>
                                <p:cTn id="433" presetID="1" presetClass="entr" presetSubtype="0" fill="hold" grpId="0" nodeType="clickEffect">
                                  <p:stCondLst>
                                    <p:cond delay="0"/>
                                  </p:stCondLst>
                                  <p:childTnLst>
                                    <p:set>
                                      <p:cBhvr>
                                        <p:cTn id="434" dur="1" fill="hold">
                                          <p:stCondLst>
                                            <p:cond delay="0"/>
                                          </p:stCondLst>
                                        </p:cTn>
                                        <p:tgtEl>
                                          <p:spTgt spid="75"/>
                                        </p:tgtEl>
                                        <p:attrNameLst>
                                          <p:attrName>style.visibility</p:attrName>
                                        </p:attrNameLst>
                                      </p:cBhvr>
                                      <p:to>
                                        <p:strVal val="visible"/>
                                      </p:to>
                                    </p:set>
                                  </p:childTnLst>
                                </p:cTn>
                              </p:par>
                            </p:childTnLst>
                          </p:cTn>
                        </p:par>
                      </p:childTnLst>
                    </p:cTn>
                  </p:par>
                  <p:par>
                    <p:cTn id="435" fill="hold">
                      <p:stCondLst>
                        <p:cond delay="indefinite"/>
                      </p:stCondLst>
                      <p:childTnLst>
                        <p:par>
                          <p:cTn id="436" fill="hold">
                            <p:stCondLst>
                              <p:cond delay="0"/>
                            </p:stCondLst>
                            <p:childTnLst>
                              <p:par>
                                <p:cTn id="437" presetID="1" presetClass="entr" presetSubtype="0" fill="hold" grpId="0" nodeType="clickEffect">
                                  <p:stCondLst>
                                    <p:cond delay="0"/>
                                  </p:stCondLst>
                                  <p:childTnLst>
                                    <p:set>
                                      <p:cBhvr>
                                        <p:cTn id="438" dur="1" fill="hold">
                                          <p:stCondLst>
                                            <p:cond delay="0"/>
                                          </p:stCondLst>
                                        </p:cTn>
                                        <p:tgtEl>
                                          <p:spTgt spid="65"/>
                                        </p:tgtEl>
                                        <p:attrNameLst>
                                          <p:attrName>style.visibility</p:attrName>
                                        </p:attrNameLst>
                                      </p:cBhvr>
                                      <p:to>
                                        <p:strVal val="visible"/>
                                      </p:to>
                                    </p:set>
                                  </p:childTnLst>
                                </p:cTn>
                              </p:par>
                              <p:par>
                                <p:cTn id="439" presetID="1" presetClass="exit" presetSubtype="0" fill="hold" grpId="1" nodeType="withEffect">
                                  <p:stCondLst>
                                    <p:cond delay="0"/>
                                  </p:stCondLst>
                                  <p:childTnLst>
                                    <p:set>
                                      <p:cBhvr>
                                        <p:cTn id="440" dur="1" fill="hold">
                                          <p:stCondLst>
                                            <p:cond delay="0"/>
                                          </p:stCondLst>
                                        </p:cTn>
                                        <p:tgtEl>
                                          <p:spTgt spid="122"/>
                                        </p:tgtEl>
                                        <p:attrNameLst>
                                          <p:attrName>style.visibility</p:attrName>
                                        </p:attrNameLst>
                                      </p:cBhvr>
                                      <p:to>
                                        <p:strVal val="hidden"/>
                                      </p:to>
                                    </p:set>
                                  </p:childTnLst>
                                </p:cTn>
                              </p:par>
                            </p:childTnLst>
                          </p:cTn>
                        </p:par>
                      </p:childTnLst>
                    </p:cTn>
                  </p:par>
                  <p:par>
                    <p:cTn id="441" fill="hold">
                      <p:stCondLst>
                        <p:cond delay="indefinite"/>
                      </p:stCondLst>
                      <p:childTnLst>
                        <p:par>
                          <p:cTn id="442" fill="hold">
                            <p:stCondLst>
                              <p:cond delay="0"/>
                            </p:stCondLst>
                            <p:childTnLst>
                              <p:par>
                                <p:cTn id="443" presetID="1" presetClass="entr" presetSubtype="0" fill="hold" grpId="0" nodeType="clickEffect">
                                  <p:stCondLst>
                                    <p:cond delay="0"/>
                                  </p:stCondLst>
                                  <p:childTnLst>
                                    <p:set>
                                      <p:cBhvr>
                                        <p:cTn id="444" dur="1" fill="hold">
                                          <p:stCondLst>
                                            <p:cond delay="0"/>
                                          </p:stCondLst>
                                        </p:cTn>
                                        <p:tgtEl>
                                          <p:spTgt spid="76"/>
                                        </p:tgtEl>
                                        <p:attrNameLst>
                                          <p:attrName>style.visibility</p:attrName>
                                        </p:attrNameLst>
                                      </p:cBhvr>
                                      <p:to>
                                        <p:strVal val="visible"/>
                                      </p:to>
                                    </p:set>
                                  </p:childTnLst>
                                </p:cTn>
                              </p:par>
                            </p:childTnLst>
                          </p:cTn>
                        </p:par>
                      </p:childTnLst>
                    </p:cTn>
                  </p:par>
                  <p:par>
                    <p:cTn id="445" fill="hold">
                      <p:stCondLst>
                        <p:cond delay="indefinite"/>
                      </p:stCondLst>
                      <p:childTnLst>
                        <p:par>
                          <p:cTn id="446" fill="hold">
                            <p:stCondLst>
                              <p:cond delay="0"/>
                            </p:stCondLst>
                            <p:childTnLst>
                              <p:par>
                                <p:cTn id="447" presetID="1" presetClass="entr" presetSubtype="0" fill="hold" grpId="0" nodeType="clickEffect">
                                  <p:stCondLst>
                                    <p:cond delay="0"/>
                                  </p:stCondLst>
                                  <p:childTnLst>
                                    <p:set>
                                      <p:cBhvr>
                                        <p:cTn id="448" dur="1" fill="hold">
                                          <p:stCondLst>
                                            <p:cond delay="0"/>
                                          </p:stCondLst>
                                        </p:cTn>
                                        <p:tgtEl>
                                          <p:spTgt spid="52"/>
                                        </p:tgtEl>
                                        <p:attrNameLst>
                                          <p:attrName>style.visibility</p:attrName>
                                        </p:attrNameLst>
                                      </p:cBhvr>
                                      <p:to>
                                        <p:strVal val="visible"/>
                                      </p:to>
                                    </p:set>
                                  </p:childTnLst>
                                </p:cTn>
                              </p:par>
                              <p:par>
                                <p:cTn id="449" presetID="1" presetClass="entr" presetSubtype="0" fill="hold" grpId="0" nodeType="withEffect">
                                  <p:stCondLst>
                                    <p:cond delay="0"/>
                                  </p:stCondLst>
                                  <p:childTnLst>
                                    <p:set>
                                      <p:cBhvr>
                                        <p:cTn id="450" dur="1" fill="hold">
                                          <p:stCondLst>
                                            <p:cond delay="0"/>
                                          </p:stCondLst>
                                        </p:cTn>
                                        <p:tgtEl>
                                          <p:spTgt spid="121"/>
                                        </p:tgtEl>
                                        <p:attrNameLst>
                                          <p:attrName>style.visibility</p:attrName>
                                        </p:attrNameLst>
                                      </p:cBhvr>
                                      <p:to>
                                        <p:strVal val="visible"/>
                                      </p:to>
                                    </p:set>
                                  </p:childTnLst>
                                </p:cTn>
                              </p:par>
                              <p:par>
                                <p:cTn id="451" presetID="1" presetClass="entr" presetSubtype="0" fill="hold" nodeType="withEffect">
                                  <p:stCondLst>
                                    <p:cond delay="0"/>
                                  </p:stCondLst>
                                  <p:childTnLst>
                                    <p:set>
                                      <p:cBhvr>
                                        <p:cTn id="452" dur="1" fill="hold">
                                          <p:stCondLst>
                                            <p:cond delay="0"/>
                                          </p:stCondLst>
                                        </p:cTn>
                                        <p:tgtEl>
                                          <p:spTgt spid="172"/>
                                        </p:tgtEl>
                                        <p:attrNameLst>
                                          <p:attrName>style.visibility</p:attrName>
                                        </p:attrNameLst>
                                      </p:cBhvr>
                                      <p:to>
                                        <p:strVal val="visible"/>
                                      </p:to>
                                    </p:set>
                                  </p:childTnLst>
                                </p:cTn>
                              </p:par>
                            </p:childTnLst>
                          </p:cTn>
                        </p:par>
                      </p:childTnLst>
                    </p:cTn>
                  </p:par>
                  <p:par>
                    <p:cTn id="453" fill="hold">
                      <p:stCondLst>
                        <p:cond delay="indefinite"/>
                      </p:stCondLst>
                      <p:childTnLst>
                        <p:par>
                          <p:cTn id="454" fill="hold">
                            <p:stCondLst>
                              <p:cond delay="0"/>
                            </p:stCondLst>
                            <p:childTnLst>
                              <p:par>
                                <p:cTn id="455" presetID="1" presetClass="entr" presetSubtype="0" fill="hold" grpId="0" nodeType="clickEffect">
                                  <p:stCondLst>
                                    <p:cond delay="0"/>
                                  </p:stCondLst>
                                  <p:childTnLst>
                                    <p:set>
                                      <p:cBhvr>
                                        <p:cTn id="456" dur="1" fill="hold">
                                          <p:stCondLst>
                                            <p:cond delay="0"/>
                                          </p:stCondLst>
                                        </p:cTn>
                                        <p:tgtEl>
                                          <p:spTgt spid="68"/>
                                        </p:tgtEl>
                                        <p:attrNameLst>
                                          <p:attrName>style.visibility</p:attrName>
                                        </p:attrNameLst>
                                      </p:cBhvr>
                                      <p:to>
                                        <p:strVal val="visible"/>
                                      </p:to>
                                    </p:set>
                                  </p:childTnLst>
                                </p:cTn>
                              </p:par>
                            </p:childTnLst>
                          </p:cTn>
                        </p:par>
                      </p:childTnLst>
                    </p:cTn>
                  </p:par>
                  <p:par>
                    <p:cTn id="457" fill="hold">
                      <p:stCondLst>
                        <p:cond delay="indefinite"/>
                      </p:stCondLst>
                      <p:childTnLst>
                        <p:par>
                          <p:cTn id="458" fill="hold">
                            <p:stCondLst>
                              <p:cond delay="0"/>
                            </p:stCondLst>
                            <p:childTnLst>
                              <p:par>
                                <p:cTn id="459" presetID="1" presetClass="entr" presetSubtype="0" fill="hold" grpId="0" nodeType="clickEffect">
                                  <p:stCondLst>
                                    <p:cond delay="0"/>
                                  </p:stCondLst>
                                  <p:childTnLst>
                                    <p:set>
                                      <p:cBhvr>
                                        <p:cTn id="460" dur="1" fill="hold">
                                          <p:stCondLst>
                                            <p:cond delay="0"/>
                                          </p:stCondLst>
                                        </p:cTn>
                                        <p:tgtEl>
                                          <p:spTgt spid="97"/>
                                        </p:tgtEl>
                                        <p:attrNameLst>
                                          <p:attrName>style.visibility</p:attrName>
                                        </p:attrNameLst>
                                      </p:cBhvr>
                                      <p:to>
                                        <p:strVal val="visible"/>
                                      </p:to>
                                    </p:set>
                                  </p:childTnLst>
                                </p:cTn>
                              </p:par>
                            </p:childTnLst>
                          </p:cTn>
                        </p:par>
                      </p:childTnLst>
                    </p:cTn>
                  </p:par>
                  <p:par>
                    <p:cTn id="461" fill="hold">
                      <p:stCondLst>
                        <p:cond delay="indefinite"/>
                      </p:stCondLst>
                      <p:childTnLst>
                        <p:par>
                          <p:cTn id="462" fill="hold">
                            <p:stCondLst>
                              <p:cond delay="0"/>
                            </p:stCondLst>
                            <p:childTnLst>
                              <p:par>
                                <p:cTn id="463" presetID="1" presetClass="entr" presetSubtype="0" fill="hold" grpId="0" nodeType="clickEffect">
                                  <p:stCondLst>
                                    <p:cond delay="0"/>
                                  </p:stCondLst>
                                  <p:childTnLst>
                                    <p:set>
                                      <p:cBhvr>
                                        <p:cTn id="464" dur="1" fill="hold">
                                          <p:stCondLst>
                                            <p:cond delay="0"/>
                                          </p:stCondLst>
                                        </p:cTn>
                                        <p:tgtEl>
                                          <p:spTgt spid="125"/>
                                        </p:tgtEl>
                                        <p:attrNameLst>
                                          <p:attrName>style.visibility</p:attrName>
                                        </p:attrNameLst>
                                      </p:cBhvr>
                                      <p:to>
                                        <p:strVal val="visible"/>
                                      </p:to>
                                    </p:set>
                                  </p:childTnLst>
                                </p:cTn>
                              </p:par>
                            </p:childTnLst>
                          </p:cTn>
                        </p:par>
                      </p:childTnLst>
                    </p:cTn>
                  </p:par>
                  <p:par>
                    <p:cTn id="465" fill="hold">
                      <p:stCondLst>
                        <p:cond delay="indefinite"/>
                      </p:stCondLst>
                      <p:childTnLst>
                        <p:par>
                          <p:cTn id="466" fill="hold">
                            <p:stCondLst>
                              <p:cond delay="0"/>
                            </p:stCondLst>
                            <p:childTnLst>
                              <p:par>
                                <p:cTn id="467" presetID="1" presetClass="entr" presetSubtype="0" fill="hold" grpId="0" nodeType="clickEffect">
                                  <p:stCondLst>
                                    <p:cond delay="0"/>
                                  </p:stCondLst>
                                  <p:childTnLst>
                                    <p:set>
                                      <p:cBhvr>
                                        <p:cTn id="468" dur="1" fill="hold">
                                          <p:stCondLst>
                                            <p:cond delay="0"/>
                                          </p:stCondLst>
                                        </p:cTn>
                                        <p:tgtEl>
                                          <p:spTgt spid="85"/>
                                        </p:tgtEl>
                                        <p:attrNameLst>
                                          <p:attrName>style.visibility</p:attrName>
                                        </p:attrNameLst>
                                      </p:cBhvr>
                                      <p:to>
                                        <p:strVal val="visible"/>
                                      </p:to>
                                    </p:set>
                                  </p:childTnLst>
                                </p:cTn>
                              </p:par>
                            </p:childTnLst>
                          </p:cTn>
                        </p:par>
                      </p:childTnLst>
                    </p:cTn>
                  </p:par>
                  <p:par>
                    <p:cTn id="469" fill="hold">
                      <p:stCondLst>
                        <p:cond delay="indefinite"/>
                      </p:stCondLst>
                      <p:childTnLst>
                        <p:par>
                          <p:cTn id="470" fill="hold">
                            <p:stCondLst>
                              <p:cond delay="0"/>
                            </p:stCondLst>
                            <p:childTnLst>
                              <p:par>
                                <p:cTn id="471" presetID="1" presetClass="entr" presetSubtype="0" fill="hold" grpId="0" nodeType="clickEffect">
                                  <p:stCondLst>
                                    <p:cond delay="0"/>
                                  </p:stCondLst>
                                  <p:childTnLst>
                                    <p:set>
                                      <p:cBhvr>
                                        <p:cTn id="472" dur="1" fill="hold">
                                          <p:stCondLst>
                                            <p:cond delay="0"/>
                                          </p:stCondLst>
                                        </p:cTn>
                                        <p:tgtEl>
                                          <p:spTgt spid="96"/>
                                        </p:tgtEl>
                                        <p:attrNameLst>
                                          <p:attrName>style.visibility</p:attrName>
                                        </p:attrNameLst>
                                      </p:cBhvr>
                                      <p:to>
                                        <p:strVal val="visible"/>
                                      </p:to>
                                    </p:set>
                                  </p:childTnLst>
                                </p:cTn>
                              </p:par>
                            </p:childTnLst>
                          </p:cTn>
                        </p:par>
                      </p:childTnLst>
                    </p:cTn>
                  </p:par>
                  <p:par>
                    <p:cTn id="473" fill="hold">
                      <p:stCondLst>
                        <p:cond delay="indefinite"/>
                      </p:stCondLst>
                      <p:childTnLst>
                        <p:par>
                          <p:cTn id="474" fill="hold">
                            <p:stCondLst>
                              <p:cond delay="0"/>
                            </p:stCondLst>
                            <p:childTnLst>
                              <p:par>
                                <p:cTn id="475" presetID="1" presetClass="entr" presetSubtype="0" fill="hold" grpId="0" nodeType="clickEffect">
                                  <p:stCondLst>
                                    <p:cond delay="0"/>
                                  </p:stCondLst>
                                  <p:childTnLst>
                                    <p:set>
                                      <p:cBhvr>
                                        <p:cTn id="476" dur="1" fill="hold">
                                          <p:stCondLst>
                                            <p:cond delay="0"/>
                                          </p:stCondLst>
                                        </p:cTn>
                                        <p:tgtEl>
                                          <p:spTgt spid="98"/>
                                        </p:tgtEl>
                                        <p:attrNameLst>
                                          <p:attrName>style.visibility</p:attrName>
                                        </p:attrNameLst>
                                      </p:cBhvr>
                                      <p:to>
                                        <p:strVal val="visible"/>
                                      </p:to>
                                    </p:set>
                                  </p:childTnLst>
                                </p:cTn>
                              </p:par>
                            </p:childTnLst>
                          </p:cTn>
                        </p:par>
                      </p:childTnLst>
                    </p:cTn>
                  </p:par>
                  <p:par>
                    <p:cTn id="477" fill="hold">
                      <p:stCondLst>
                        <p:cond delay="indefinite"/>
                      </p:stCondLst>
                      <p:childTnLst>
                        <p:par>
                          <p:cTn id="478" fill="hold">
                            <p:stCondLst>
                              <p:cond delay="0"/>
                            </p:stCondLst>
                            <p:childTnLst>
                              <p:par>
                                <p:cTn id="479" presetID="1" presetClass="entr" presetSubtype="0" fill="hold" grpId="0" nodeType="clickEffect">
                                  <p:stCondLst>
                                    <p:cond delay="0"/>
                                  </p:stCondLst>
                                  <p:childTnLst>
                                    <p:set>
                                      <p:cBhvr>
                                        <p:cTn id="480" dur="1" fill="hold">
                                          <p:stCondLst>
                                            <p:cond delay="0"/>
                                          </p:stCondLst>
                                        </p:cTn>
                                        <p:tgtEl>
                                          <p:spTgt spid="86"/>
                                        </p:tgtEl>
                                        <p:attrNameLst>
                                          <p:attrName>style.visibility</p:attrName>
                                        </p:attrNameLst>
                                      </p:cBhvr>
                                      <p:to>
                                        <p:strVal val="visible"/>
                                      </p:to>
                                    </p:set>
                                  </p:childTnLst>
                                </p:cTn>
                              </p:par>
                            </p:childTnLst>
                          </p:cTn>
                        </p:par>
                      </p:childTnLst>
                    </p:cTn>
                  </p:par>
                  <p:par>
                    <p:cTn id="481" fill="hold">
                      <p:stCondLst>
                        <p:cond delay="indefinite"/>
                      </p:stCondLst>
                      <p:childTnLst>
                        <p:par>
                          <p:cTn id="482" fill="hold">
                            <p:stCondLst>
                              <p:cond delay="0"/>
                            </p:stCondLst>
                            <p:childTnLst>
                              <p:par>
                                <p:cTn id="483" presetID="1" presetClass="entr" presetSubtype="0" fill="hold" grpId="0" nodeType="clickEffect">
                                  <p:stCondLst>
                                    <p:cond delay="0"/>
                                  </p:stCondLst>
                                  <p:childTnLst>
                                    <p:set>
                                      <p:cBhvr>
                                        <p:cTn id="484" dur="1" fill="hold">
                                          <p:stCondLst>
                                            <p:cond delay="0"/>
                                          </p:stCondLst>
                                        </p:cTn>
                                        <p:tgtEl>
                                          <p:spTgt spid="84"/>
                                        </p:tgtEl>
                                        <p:attrNameLst>
                                          <p:attrName>style.visibility</p:attrName>
                                        </p:attrNameLst>
                                      </p:cBhvr>
                                      <p:to>
                                        <p:strVal val="visible"/>
                                      </p:to>
                                    </p:set>
                                  </p:childTnLst>
                                </p:cTn>
                              </p:par>
                              <p:par>
                                <p:cTn id="485" presetID="1" presetClass="entr" presetSubtype="0" fill="hold" nodeType="withEffect">
                                  <p:stCondLst>
                                    <p:cond delay="0"/>
                                  </p:stCondLst>
                                  <p:childTnLst>
                                    <p:set>
                                      <p:cBhvr>
                                        <p:cTn id="486" dur="1" fill="hold">
                                          <p:stCondLst>
                                            <p:cond delay="0"/>
                                          </p:stCondLst>
                                        </p:cTn>
                                        <p:tgtEl>
                                          <p:spTgt spid="173"/>
                                        </p:tgtEl>
                                        <p:attrNameLst>
                                          <p:attrName>style.visibility</p:attrName>
                                        </p:attrNameLst>
                                      </p:cBhvr>
                                      <p:to>
                                        <p:strVal val="visible"/>
                                      </p:to>
                                    </p:set>
                                  </p:childTnLst>
                                </p:cTn>
                              </p:par>
                            </p:childTnLst>
                          </p:cTn>
                        </p:par>
                      </p:childTnLst>
                    </p:cTn>
                  </p:par>
                  <p:par>
                    <p:cTn id="487" fill="hold">
                      <p:stCondLst>
                        <p:cond delay="indefinite"/>
                      </p:stCondLst>
                      <p:childTnLst>
                        <p:par>
                          <p:cTn id="488" fill="hold">
                            <p:stCondLst>
                              <p:cond delay="0"/>
                            </p:stCondLst>
                            <p:childTnLst>
                              <p:par>
                                <p:cTn id="489" presetID="1" presetClass="entr" presetSubtype="0" fill="hold" grpId="0" nodeType="clickEffect">
                                  <p:stCondLst>
                                    <p:cond delay="0"/>
                                  </p:stCondLst>
                                  <p:childTnLst>
                                    <p:set>
                                      <p:cBhvr>
                                        <p:cTn id="490" dur="1" fill="hold">
                                          <p:stCondLst>
                                            <p:cond delay="0"/>
                                          </p:stCondLst>
                                        </p:cTn>
                                        <p:tgtEl>
                                          <p:spTgt spid="103"/>
                                        </p:tgtEl>
                                        <p:attrNameLst>
                                          <p:attrName>style.visibility</p:attrName>
                                        </p:attrNameLst>
                                      </p:cBhvr>
                                      <p:to>
                                        <p:strVal val="visible"/>
                                      </p:to>
                                    </p:set>
                                  </p:childTnLst>
                                </p:cTn>
                              </p:par>
                            </p:childTnLst>
                          </p:cTn>
                        </p:par>
                      </p:childTnLst>
                    </p:cTn>
                  </p:par>
                  <p:par>
                    <p:cTn id="491" fill="hold">
                      <p:stCondLst>
                        <p:cond delay="indefinite"/>
                      </p:stCondLst>
                      <p:childTnLst>
                        <p:par>
                          <p:cTn id="492" fill="hold">
                            <p:stCondLst>
                              <p:cond delay="0"/>
                            </p:stCondLst>
                            <p:childTnLst>
                              <p:par>
                                <p:cTn id="493" presetID="1" presetClass="entr" presetSubtype="0" fill="hold" grpId="0" nodeType="clickEffect">
                                  <p:stCondLst>
                                    <p:cond delay="0"/>
                                  </p:stCondLst>
                                  <p:childTnLst>
                                    <p:set>
                                      <p:cBhvr>
                                        <p:cTn id="494" dur="1" fill="hold">
                                          <p:stCondLst>
                                            <p:cond delay="0"/>
                                          </p:stCondLst>
                                        </p:cTn>
                                        <p:tgtEl>
                                          <p:spTgt spid="113"/>
                                        </p:tgtEl>
                                        <p:attrNameLst>
                                          <p:attrName>style.visibility</p:attrName>
                                        </p:attrNameLst>
                                      </p:cBhvr>
                                      <p:to>
                                        <p:strVal val="visible"/>
                                      </p:to>
                                    </p:set>
                                  </p:childTnLst>
                                </p:cTn>
                              </p:par>
                            </p:childTnLst>
                          </p:cTn>
                        </p:par>
                      </p:childTnLst>
                    </p:cTn>
                  </p:par>
                  <p:par>
                    <p:cTn id="495" fill="hold">
                      <p:stCondLst>
                        <p:cond delay="indefinite"/>
                      </p:stCondLst>
                      <p:childTnLst>
                        <p:par>
                          <p:cTn id="496" fill="hold">
                            <p:stCondLst>
                              <p:cond delay="0"/>
                            </p:stCondLst>
                            <p:childTnLst>
                              <p:par>
                                <p:cTn id="497" presetID="1" presetClass="entr" presetSubtype="0" fill="hold" grpId="0" nodeType="clickEffect">
                                  <p:stCondLst>
                                    <p:cond delay="0"/>
                                  </p:stCondLst>
                                  <p:childTnLst>
                                    <p:set>
                                      <p:cBhvr>
                                        <p:cTn id="498" dur="1" fill="hold">
                                          <p:stCondLst>
                                            <p:cond delay="0"/>
                                          </p:stCondLst>
                                        </p:cTn>
                                        <p:tgtEl>
                                          <p:spTgt spid="112"/>
                                        </p:tgtEl>
                                        <p:attrNameLst>
                                          <p:attrName>style.visibility</p:attrName>
                                        </p:attrNameLst>
                                      </p:cBhvr>
                                      <p:to>
                                        <p:strVal val="visible"/>
                                      </p:to>
                                    </p:set>
                                  </p:childTnLst>
                                </p:cTn>
                              </p:par>
                            </p:childTnLst>
                          </p:cTn>
                        </p:par>
                      </p:childTnLst>
                    </p:cTn>
                  </p:par>
                  <p:par>
                    <p:cTn id="499" fill="hold">
                      <p:stCondLst>
                        <p:cond delay="indefinite"/>
                      </p:stCondLst>
                      <p:childTnLst>
                        <p:par>
                          <p:cTn id="500" fill="hold">
                            <p:stCondLst>
                              <p:cond delay="0"/>
                            </p:stCondLst>
                            <p:childTnLst>
                              <p:par>
                                <p:cTn id="501" presetID="1" presetClass="entr" presetSubtype="0" fill="hold" grpId="0" nodeType="clickEffect">
                                  <p:stCondLst>
                                    <p:cond delay="0"/>
                                  </p:stCondLst>
                                  <p:childTnLst>
                                    <p:set>
                                      <p:cBhvr>
                                        <p:cTn id="502" dur="1" fill="hold">
                                          <p:stCondLst>
                                            <p:cond delay="0"/>
                                          </p:stCondLst>
                                        </p:cTn>
                                        <p:tgtEl>
                                          <p:spTgt spid="1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 grpId="0" animBg="1"/>
      <p:bldP spid="131" grpId="0" animBg="1"/>
      <p:bldP spid="91" grpId="0" animBg="1"/>
      <p:bldP spid="167" grpId="0"/>
      <p:bldP spid="166" grpId="0"/>
      <p:bldP spid="47" grpId="0" animBg="1"/>
      <p:bldP spid="40" grpId="0"/>
      <p:bldP spid="106" grpId="0" animBg="1"/>
      <p:bldP spid="14379" grpId="0"/>
      <p:bldP spid="57" grpId="0" animBg="1"/>
      <p:bldP spid="52" grpId="0"/>
      <p:bldP spid="68" grpId="0"/>
      <p:bldP spid="70" grpId="0"/>
      <p:bldP spid="71" grpId="0"/>
      <p:bldP spid="72" grpId="0"/>
      <p:bldP spid="80" grpId="0"/>
      <p:bldP spid="85" grpId="0"/>
      <p:bldP spid="86" grpId="0"/>
      <p:bldP spid="93" grpId="0"/>
      <p:bldP spid="96" grpId="0"/>
      <p:bldP spid="97" grpId="0"/>
      <p:bldP spid="41" grpId="0" animBg="1"/>
      <p:bldP spid="98" grpId="0"/>
      <p:bldP spid="43" grpId="0"/>
      <p:bldP spid="51" grpId="0"/>
      <p:bldP spid="59" grpId="0" animBg="1"/>
      <p:bldP spid="102" grpId="0"/>
      <p:bldP spid="82" grpId="0"/>
      <p:bldP spid="5" grpId="0"/>
      <p:bldP spid="78" grpId="0" animBg="1"/>
      <p:bldP spid="64" grpId="0"/>
      <p:bldP spid="66" grpId="0"/>
      <p:bldP spid="77" grpId="0"/>
      <p:bldP spid="99" grpId="0"/>
      <p:bldP spid="101" grpId="0"/>
      <p:bldP spid="58" grpId="0"/>
      <p:bldP spid="61" grpId="0"/>
      <p:bldP spid="63" grpId="0"/>
      <p:bldP spid="75" grpId="0"/>
      <p:bldP spid="76" grpId="0"/>
      <p:bldP spid="84" grpId="0"/>
      <p:bldP spid="87" grpId="0"/>
      <p:bldP spid="27" grpId="0"/>
      <p:bldP spid="65" grpId="0"/>
      <p:bldP spid="74" grpId="0"/>
      <p:bldP spid="104" grpId="0"/>
      <p:bldP spid="107" grpId="0"/>
      <p:bldP spid="108" grpId="0"/>
      <p:bldP spid="73" grpId="0"/>
      <p:bldP spid="110" grpId="0"/>
      <p:bldP spid="109" grpId="0"/>
      <p:bldP spid="111" grpId="0"/>
      <p:bldP spid="103" grpId="0"/>
      <p:bldP spid="112" grpId="0"/>
      <p:bldP spid="113" grpId="0"/>
      <p:bldP spid="115" grpId="0" animBg="1"/>
      <p:bldP spid="116" grpId="0"/>
      <p:bldP spid="119" grpId="0"/>
      <p:bldP spid="50" grpId="0" animBg="1"/>
      <p:bldP spid="121" grpId="0"/>
      <p:bldP spid="122" grpId="0"/>
      <p:bldP spid="122" grpId="1"/>
      <p:bldP spid="124" grpId="0"/>
      <p:bldP spid="125" grpId="0"/>
      <p:bldP spid="123" grpId="0"/>
      <p:bldP spid="126" grpId="0"/>
      <p:bldP spid="127" grpId="0"/>
      <p:bldP spid="128" grpId="0"/>
      <p:bldP spid="134" grpId="0"/>
      <p:bldP spid="129" grpId="0"/>
      <p:bldP spid="135" grpId="0" animBg="1"/>
      <p:bldP spid="144" grpId="0" animBg="1"/>
      <p:bldP spid="146" grpId="0"/>
      <p:bldP spid="150" grpId="0"/>
      <p:bldP spid="151" grpId="0"/>
      <p:bldP spid="15" grpId="0"/>
      <p:bldP spid="152" grpId="0" animBg="1"/>
      <p:bldP spid="153" grpId="0" animBg="1"/>
      <p:bldP spid="161" grpId="0" animBg="1"/>
      <p:bldP spid="168" grpId="0"/>
      <p:bldP spid="168" grpId="1"/>
      <p:bldP spid="169" grpId="0"/>
      <p:bldP spid="169" grpId="1"/>
      <p:bldP spid="171" grpId="0" animBg="1"/>
      <p:bldP spid="36" grpId="0" animBg="1"/>
      <p:bldP spid="56" grpId="0"/>
      <p:bldP spid="180" grpId="0"/>
      <p:bldP spid="181" grpId="0"/>
      <p:bldP spid="181" grpId="1"/>
      <p:bldP spid="187" grpId="0"/>
      <p:bldP spid="191" grpId="0" animBg="1"/>
      <p:bldP spid="186" grpId="0" animBg="1"/>
      <p:bldP spid="195" grpId="0"/>
      <p:bldP spid="206" grpId="0"/>
      <p:bldP spid="207" grpId="0" animBg="1"/>
      <p:bldP spid="140" grpId="0" animBg="1"/>
      <p:bldP spid="139" grpId="0" animBg="1"/>
      <p:bldP spid="133" grpId="0"/>
      <p:bldP spid="136" grpId="0"/>
      <p:bldP spid="141" grpId="0"/>
      <p:bldP spid="149" grpId="0" animBg="1"/>
      <p:bldP spid="192" grpId="1"/>
      <p:bldP spid="14346" grpId="0" animBg="1"/>
      <p:bldP spid="8" grpId="0"/>
      <p:bldP spid="184" grpId="0"/>
      <p:bldP spid="188" grpId="0"/>
      <p:bldP spid="189" grpId="0" animBg="1"/>
      <p:bldP spid="190" grpId="0"/>
      <p:bldP spid="194" grpId="0"/>
      <p:bldP spid="14337" grpId="0" animBg="1"/>
      <p:bldP spid="197" grpId="0"/>
      <p:bldP spid="198" grpId="0"/>
      <p:bldP spid="199" grpId="0"/>
      <p:bldP spid="201" grpId="0"/>
      <p:bldP spid="20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3">
            <a:extLst>
              <a:ext uri="{FF2B5EF4-FFF2-40B4-BE49-F238E27FC236}">
                <a16:creationId xmlns:a16="http://schemas.microsoft.com/office/drawing/2014/main" id="{A2A25BA4-DB4D-7649-B562-CFB378E33610}"/>
              </a:ext>
            </a:extLst>
          </p:cNvPr>
          <p:cNvSpPr>
            <a:spLocks noGrp="1"/>
          </p:cNvSpPr>
          <p:nvPr>
            <p:ph idx="1"/>
          </p:nvPr>
        </p:nvSpPr>
        <p:spPr>
          <a:xfrm>
            <a:off x="838200" y="1825624"/>
            <a:ext cx="10515600" cy="646114"/>
          </a:xfrm>
        </p:spPr>
        <p:txBody>
          <a:bodyPr>
            <a:normAutofit/>
          </a:bodyPr>
          <a:lstStyle/>
          <a:p>
            <a:pPr marL="514350" indent="-514350">
              <a:buFont typeface="+mj-lt"/>
              <a:buAutoNum type="arabicPeriod"/>
            </a:pPr>
            <a:r>
              <a:rPr lang="en-US" dirty="0"/>
              <a:t>template</a:t>
            </a:r>
          </a:p>
        </p:txBody>
      </p:sp>
      <p:sp>
        <p:nvSpPr>
          <p:cNvPr id="7" name="Title 2">
            <a:extLst>
              <a:ext uri="{FF2B5EF4-FFF2-40B4-BE49-F238E27FC236}">
                <a16:creationId xmlns:a16="http://schemas.microsoft.com/office/drawing/2014/main" id="{3EDBEC49-F0BD-F14F-9C5A-9DE570AFD034}"/>
              </a:ext>
            </a:extLst>
          </p:cNvPr>
          <p:cNvSpPr>
            <a:spLocks noGrp="1"/>
          </p:cNvSpPr>
          <p:nvPr>
            <p:ph type="title"/>
          </p:nvPr>
        </p:nvSpPr>
        <p:spPr>
          <a:xfrm>
            <a:off x="838200" y="365125"/>
            <a:ext cx="10515600" cy="1325563"/>
          </a:xfrm>
        </p:spPr>
        <p:txBody>
          <a:bodyPr/>
          <a:lstStyle/>
          <a:p>
            <a:r>
              <a:rPr lang="en-US" dirty="0"/>
              <a:t>Git client installation</a:t>
            </a:r>
          </a:p>
        </p:txBody>
      </p:sp>
      <p:sp>
        <p:nvSpPr>
          <p:cNvPr id="4" name="TextBox 3">
            <a:extLst>
              <a:ext uri="{FF2B5EF4-FFF2-40B4-BE49-F238E27FC236}">
                <a16:creationId xmlns:a16="http://schemas.microsoft.com/office/drawing/2014/main" id="{39346011-A93F-694C-97CF-BD6CE278F480}"/>
              </a:ext>
            </a:extLst>
          </p:cNvPr>
          <p:cNvSpPr txBox="1"/>
          <p:nvPr/>
        </p:nvSpPr>
        <p:spPr>
          <a:xfrm>
            <a:off x="2845231" y="4169945"/>
            <a:ext cx="3891592" cy="307777"/>
          </a:xfrm>
          <a:prstGeom prst="rect">
            <a:avLst/>
          </a:prstGeom>
          <a:noFill/>
        </p:spPr>
        <p:txBody>
          <a:bodyPr wrap="square">
            <a:spAutoFit/>
          </a:bodyPr>
          <a:lstStyle/>
          <a:p>
            <a:pPr>
              <a:defRPr/>
            </a:pPr>
            <a:r>
              <a:rPr lang="en-US" sz="1400" dirty="0">
                <a:latin typeface="Courier New" charset="0"/>
                <a:ea typeface="Courier New" charset="0"/>
                <a:cs typeface="Courier New" charset="0"/>
              </a:rPr>
              <a:t>git diff HEAD @{u} --name-only</a:t>
            </a:r>
          </a:p>
        </p:txBody>
      </p:sp>
      <p:sp>
        <p:nvSpPr>
          <p:cNvPr id="5" name="TextBox 4">
            <a:extLst>
              <a:ext uri="{FF2B5EF4-FFF2-40B4-BE49-F238E27FC236}">
                <a16:creationId xmlns:a16="http://schemas.microsoft.com/office/drawing/2014/main" id="{2BB658D5-81BF-AB48-A652-B99F718CFA55}"/>
              </a:ext>
            </a:extLst>
          </p:cNvPr>
          <p:cNvSpPr txBox="1"/>
          <p:nvPr/>
        </p:nvSpPr>
        <p:spPr>
          <a:xfrm>
            <a:off x="2845231" y="4735884"/>
            <a:ext cx="3171513" cy="307777"/>
          </a:xfrm>
          <a:prstGeom prst="rect">
            <a:avLst/>
          </a:prstGeom>
          <a:noFill/>
        </p:spPr>
        <p:txBody>
          <a:bodyPr wrap="square">
            <a:spAutoFit/>
          </a:bodyPr>
          <a:lstStyle/>
          <a:p>
            <a:pPr>
              <a:defRPr/>
            </a:pPr>
            <a:r>
              <a:rPr lang="en-US" sz="1400" dirty="0">
                <a:latin typeface="Courier New" charset="0"/>
                <a:ea typeface="Courier New" charset="0"/>
                <a:cs typeface="Courier New" charset="0"/>
              </a:rPr>
              <a:t>git checkout master [</a:t>
            </a:r>
            <a:r>
              <a:rPr lang="en-US" sz="1400" dirty="0" err="1">
                <a:latin typeface="Courier New" charset="0"/>
                <a:ea typeface="Courier New" charset="0"/>
                <a:cs typeface="Courier New" charset="0"/>
              </a:rPr>
              <a:t>gcm</a:t>
            </a:r>
            <a:r>
              <a:rPr lang="en-US" sz="1400" dirty="0">
                <a:latin typeface="Courier New" charset="0"/>
                <a:ea typeface="Courier New" charset="0"/>
                <a:cs typeface="Courier New" charset="0"/>
              </a:rPr>
              <a:t>]</a:t>
            </a:r>
          </a:p>
        </p:txBody>
      </p:sp>
    </p:spTree>
    <p:extLst>
      <p:ext uri="{BB962C8B-B14F-4D97-AF65-F5344CB8AC3E}">
        <p14:creationId xmlns:p14="http://schemas.microsoft.com/office/powerpoint/2010/main" val="17281151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P spid="4" grpId="0"/>
      <p:bldP spid="5"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Part 1</a:t>
            </a:r>
          </a:p>
        </p:txBody>
      </p:sp>
      <p:sp>
        <p:nvSpPr>
          <p:cNvPr id="3" name="Subtitle 2"/>
          <p:cNvSpPr>
            <a:spLocks noGrp="1"/>
          </p:cNvSpPr>
          <p:nvPr>
            <p:ph type="subTitle" idx="1"/>
          </p:nvPr>
        </p:nvSpPr>
        <p:spPr/>
        <p:txBody>
          <a:bodyPr/>
          <a:lstStyle/>
          <a:p>
            <a:r>
              <a:rPr lang="en-US" dirty="0"/>
              <a:t>Concepts</a:t>
            </a:r>
          </a:p>
        </p:txBody>
      </p:sp>
    </p:spTree>
    <p:extLst>
      <p:ext uri="{BB962C8B-B14F-4D97-AF65-F5344CB8AC3E}">
        <p14:creationId xmlns:p14="http://schemas.microsoft.com/office/powerpoint/2010/main" val="39265308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4" name="Rounded Rectangle 33"/>
          <p:cNvSpPr/>
          <p:nvPr/>
        </p:nvSpPr>
        <p:spPr>
          <a:xfrm>
            <a:off x="9014977" y="385839"/>
            <a:ext cx="1325492" cy="2115899"/>
          </a:xfrm>
          <a:prstGeom prst="roundRect">
            <a:avLst/>
          </a:prstGeom>
          <a:solidFill>
            <a:srgbClr val="008000"/>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anchor="t"/>
          <a:lstStyle/>
          <a:p>
            <a:pPr>
              <a:defRPr/>
            </a:pPr>
            <a:r>
              <a:rPr lang="en-US" sz="2400" i="1" dirty="0">
                <a:solidFill>
                  <a:schemeClr val="bg1"/>
                </a:solidFill>
                <a:latin typeface="Open Sans" charset="0"/>
                <a:ea typeface="ＭＳ Ｐゴシック" charset="0"/>
              </a:rPr>
              <a:t>Git client</a:t>
            </a:r>
          </a:p>
        </p:txBody>
      </p:sp>
      <p:sp>
        <p:nvSpPr>
          <p:cNvPr id="35" name="Rounded Rectangle 34"/>
          <p:cNvSpPr/>
          <p:nvPr/>
        </p:nvSpPr>
        <p:spPr>
          <a:xfrm>
            <a:off x="9655010" y="1231294"/>
            <a:ext cx="1381388" cy="2478332"/>
          </a:xfrm>
          <a:prstGeom prst="roundRect">
            <a:avLst/>
          </a:prstGeom>
          <a:solidFill>
            <a:srgbClr val="99CC00"/>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anchor="b"/>
          <a:lstStyle/>
          <a:p>
            <a:pPr algn="ctr">
              <a:defRPr/>
            </a:pPr>
            <a:endParaRPr lang="en-US" sz="2400" i="1" dirty="0">
              <a:solidFill>
                <a:schemeClr val="bg1"/>
              </a:solidFill>
              <a:latin typeface="Open Sans" charset="0"/>
              <a:ea typeface="ＭＳ Ｐゴシック" charset="0"/>
            </a:endParaRPr>
          </a:p>
          <a:p>
            <a:pPr algn="ctr">
              <a:defRPr/>
            </a:pPr>
            <a:endParaRPr lang="en-US" sz="2400" i="1" dirty="0">
              <a:solidFill>
                <a:schemeClr val="bg1"/>
              </a:solidFill>
              <a:latin typeface="Open Sans" charset="0"/>
              <a:ea typeface="ＭＳ Ｐゴシック" charset="0"/>
            </a:endParaRPr>
          </a:p>
          <a:p>
            <a:pPr algn="ctr">
              <a:defRPr/>
            </a:pPr>
            <a:r>
              <a:rPr lang="en-US" sz="2400" i="1" dirty="0">
                <a:solidFill>
                  <a:schemeClr val="bg1"/>
                </a:solidFill>
                <a:latin typeface="Open Sans" charset="0"/>
                <a:ea typeface="ＭＳ Ｐゴシック" charset="0"/>
              </a:rPr>
              <a:t>your</a:t>
            </a:r>
            <a:br>
              <a:rPr lang="en-US" sz="2400" i="1" dirty="0">
                <a:solidFill>
                  <a:schemeClr val="bg1"/>
                </a:solidFill>
                <a:latin typeface="Open Sans" charset="0"/>
                <a:ea typeface="ＭＳ Ｐゴシック" charset="0"/>
              </a:rPr>
            </a:br>
            <a:r>
              <a:rPr lang="en-US" sz="2400" i="1" dirty="0">
                <a:solidFill>
                  <a:schemeClr val="bg1"/>
                </a:solidFill>
                <a:latin typeface="Open Sans" charset="0"/>
                <a:ea typeface="ＭＳ Ｐゴシック" charset="0"/>
              </a:rPr>
              <a:t>repo on</a:t>
            </a:r>
          </a:p>
          <a:p>
            <a:pPr algn="ctr">
              <a:defRPr/>
            </a:pPr>
            <a:r>
              <a:rPr lang="en-US" sz="2400" i="1" dirty="0">
                <a:solidFill>
                  <a:schemeClr val="bg1"/>
                </a:solidFill>
                <a:latin typeface="Open Sans" charset="0"/>
                <a:ea typeface="ＭＳ Ｐゴシック" charset="0"/>
              </a:rPr>
              <a:t>GitHub</a:t>
            </a:r>
            <a:br>
              <a:rPr lang="en-US" sz="2400" i="1" dirty="0">
                <a:solidFill>
                  <a:schemeClr val="bg1"/>
                </a:solidFill>
                <a:latin typeface="Open Sans" charset="0"/>
                <a:ea typeface="ＭＳ Ｐゴシック" charset="0"/>
              </a:rPr>
            </a:br>
            <a:r>
              <a:rPr lang="en-US" sz="2400" i="1" dirty="0">
                <a:solidFill>
                  <a:schemeClr val="bg1"/>
                </a:solidFill>
                <a:latin typeface="Open Sans" charset="0"/>
                <a:ea typeface="ＭＳ Ｐゴシック" charset="0"/>
              </a:rPr>
              <a:t>.com</a:t>
            </a:r>
          </a:p>
        </p:txBody>
      </p:sp>
      <p:cxnSp>
        <p:nvCxnSpPr>
          <p:cNvPr id="33" name="Straight Arrow Connector 32"/>
          <p:cNvCxnSpPr/>
          <p:nvPr/>
        </p:nvCxnSpPr>
        <p:spPr>
          <a:xfrm flipV="1">
            <a:off x="6064664" y="1593189"/>
            <a:ext cx="3810205" cy="8119"/>
          </a:xfrm>
          <a:prstGeom prst="straightConnector1">
            <a:avLst/>
          </a:prstGeom>
          <a:ln>
            <a:solidFill>
              <a:srgbClr val="FF0000"/>
            </a:solidFill>
            <a:prstDash val="sysDash"/>
            <a:tailEnd type="triangle" w="lg" len="lg"/>
          </a:ln>
          <a:effectLst/>
        </p:spPr>
        <p:style>
          <a:lnRef idx="2">
            <a:schemeClr val="accent1"/>
          </a:lnRef>
          <a:fillRef idx="0">
            <a:schemeClr val="accent1"/>
          </a:fillRef>
          <a:effectRef idx="1">
            <a:schemeClr val="accent1"/>
          </a:effectRef>
          <a:fontRef idx="minor">
            <a:schemeClr val="tx1"/>
          </a:fontRef>
        </p:style>
      </p:cxnSp>
      <p:cxnSp>
        <p:nvCxnSpPr>
          <p:cNvPr id="39" name="Straight Arrow Connector 38"/>
          <p:cNvCxnSpPr>
            <a:cxnSpLocks noChangeShapeType="1"/>
          </p:cNvCxnSpPr>
          <p:nvPr/>
        </p:nvCxnSpPr>
        <p:spPr bwMode="auto">
          <a:xfrm flipH="1" flipV="1">
            <a:off x="8644677" y="1899947"/>
            <a:ext cx="1957919" cy="27517"/>
          </a:xfrm>
          <a:prstGeom prst="straightConnector1">
            <a:avLst/>
          </a:prstGeom>
          <a:noFill/>
          <a:ln w="38100">
            <a:solidFill>
              <a:srgbClr val="1F914D"/>
            </a:solidFill>
            <a:round/>
            <a:headEnd/>
            <a:tailEnd type="triangle" w="lg" len="lg"/>
          </a:ln>
          <a:effectLst>
            <a:outerShdw blurRad="40000" dist="20000" dir="5400000" rotWithShape="0">
              <a:srgbClr val="000000">
                <a:alpha val="37999"/>
              </a:srgbClr>
            </a:outerShdw>
          </a:effectLst>
          <a:extLst>
            <a:ext uri="{909E8E84-426E-40dd-AFC4-6F175D3DCCD1}">
              <a14:hiddenFill xmlns:a14="http://schemas.microsoft.com/office/drawing/2010/main" xmlns="">
                <a:noFill/>
              </a14:hiddenFill>
            </a:ext>
          </a:extLst>
        </p:spPr>
      </p:cxnSp>
      <p:sp>
        <p:nvSpPr>
          <p:cNvPr id="67" name="TextBox 66"/>
          <p:cNvSpPr txBox="1">
            <a:spLocks noChangeArrowheads="1"/>
          </p:cNvSpPr>
          <p:nvPr/>
        </p:nvSpPr>
        <p:spPr bwMode="auto">
          <a:xfrm>
            <a:off x="3024910" y="2356894"/>
            <a:ext cx="4070349" cy="37965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1400">
                <a:solidFill>
                  <a:schemeClr val="tx1"/>
                </a:solidFill>
                <a:latin typeface="Helvetica" charset="0"/>
                <a:ea typeface="ＭＳ Ｐゴシック" charset="0"/>
                <a:cs typeface="ＭＳ Ｐゴシック" charset="0"/>
              </a:defRPr>
            </a:lvl1pPr>
            <a:lvl2pPr marL="742950" indent="-285750">
              <a:defRPr sz="1400">
                <a:solidFill>
                  <a:schemeClr val="tx1"/>
                </a:solidFill>
                <a:latin typeface="Helvetica" charset="0"/>
                <a:ea typeface="ＭＳ Ｐゴシック" charset="0"/>
              </a:defRPr>
            </a:lvl2pPr>
            <a:lvl3pPr marL="1143000" indent="-228600">
              <a:defRPr sz="1400">
                <a:solidFill>
                  <a:schemeClr val="tx1"/>
                </a:solidFill>
                <a:latin typeface="Helvetica" charset="0"/>
                <a:ea typeface="ＭＳ Ｐゴシック" charset="0"/>
              </a:defRPr>
            </a:lvl3pPr>
            <a:lvl4pPr marL="1600200" indent="-228600">
              <a:defRPr sz="1400">
                <a:solidFill>
                  <a:schemeClr val="tx1"/>
                </a:solidFill>
                <a:latin typeface="Helvetica" charset="0"/>
                <a:ea typeface="ＭＳ Ｐゴシック" charset="0"/>
              </a:defRPr>
            </a:lvl4pPr>
            <a:lvl5pPr marL="2057400" indent="-228600">
              <a:defRPr sz="1400">
                <a:solidFill>
                  <a:schemeClr val="tx1"/>
                </a:solidFill>
                <a:latin typeface="Helvetica" charset="0"/>
                <a:ea typeface="ＭＳ Ｐゴシック" charset="0"/>
              </a:defRPr>
            </a:lvl5pPr>
            <a:lvl6pPr marL="2514600" indent="-228600" defTabSz="342900" eaLnBrk="0" fontAlgn="base" hangingPunct="0">
              <a:spcBef>
                <a:spcPct val="0"/>
              </a:spcBef>
              <a:spcAft>
                <a:spcPct val="0"/>
              </a:spcAft>
              <a:defRPr sz="1400">
                <a:solidFill>
                  <a:schemeClr val="tx1"/>
                </a:solidFill>
                <a:latin typeface="Helvetica" charset="0"/>
                <a:ea typeface="ＭＳ Ｐゴシック" charset="0"/>
              </a:defRPr>
            </a:lvl6pPr>
            <a:lvl7pPr marL="2971800" indent="-228600" defTabSz="342900" eaLnBrk="0" fontAlgn="base" hangingPunct="0">
              <a:spcBef>
                <a:spcPct val="0"/>
              </a:spcBef>
              <a:spcAft>
                <a:spcPct val="0"/>
              </a:spcAft>
              <a:defRPr sz="1400">
                <a:solidFill>
                  <a:schemeClr val="tx1"/>
                </a:solidFill>
                <a:latin typeface="Helvetica" charset="0"/>
                <a:ea typeface="ＭＳ Ｐゴシック" charset="0"/>
              </a:defRPr>
            </a:lvl7pPr>
            <a:lvl8pPr marL="3429000" indent="-228600" defTabSz="342900" eaLnBrk="0" fontAlgn="base" hangingPunct="0">
              <a:spcBef>
                <a:spcPct val="0"/>
              </a:spcBef>
              <a:spcAft>
                <a:spcPct val="0"/>
              </a:spcAft>
              <a:defRPr sz="1400">
                <a:solidFill>
                  <a:schemeClr val="tx1"/>
                </a:solidFill>
                <a:latin typeface="Helvetica" charset="0"/>
                <a:ea typeface="ＭＳ Ｐゴシック" charset="0"/>
              </a:defRPr>
            </a:lvl8pPr>
            <a:lvl9pPr marL="3886200" indent="-228600" defTabSz="342900" eaLnBrk="0" fontAlgn="base" hangingPunct="0">
              <a:spcBef>
                <a:spcPct val="0"/>
              </a:spcBef>
              <a:spcAft>
                <a:spcPct val="0"/>
              </a:spcAft>
              <a:defRPr sz="1400">
                <a:solidFill>
                  <a:schemeClr val="tx1"/>
                </a:solidFill>
                <a:latin typeface="Helvetica" charset="0"/>
                <a:ea typeface="ＭＳ Ｐゴシック" charset="0"/>
              </a:defRPr>
            </a:lvl9pPr>
          </a:lstStyle>
          <a:p>
            <a:pPr algn="r"/>
            <a:r>
              <a:rPr lang="en-US" sz="1867" dirty="0">
                <a:solidFill>
                  <a:srgbClr val="FF0000"/>
                </a:solidFill>
                <a:latin typeface="Open Sans" charset="0"/>
              </a:rPr>
              <a:t>ssh:user1@server:project.git</a:t>
            </a:r>
          </a:p>
        </p:txBody>
      </p:sp>
      <p:sp>
        <p:nvSpPr>
          <p:cNvPr id="71" name="TextBox 70"/>
          <p:cNvSpPr txBox="1">
            <a:spLocks noChangeArrowheads="1"/>
          </p:cNvSpPr>
          <p:nvPr/>
        </p:nvSpPr>
        <p:spPr bwMode="auto">
          <a:xfrm>
            <a:off x="2397188" y="1717067"/>
            <a:ext cx="4704237" cy="37965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1400">
                <a:solidFill>
                  <a:schemeClr val="tx1"/>
                </a:solidFill>
                <a:latin typeface="Helvetica" charset="0"/>
                <a:ea typeface="ＭＳ Ｐゴシック" charset="0"/>
                <a:cs typeface="ＭＳ Ｐゴシック" charset="0"/>
              </a:defRPr>
            </a:lvl1pPr>
            <a:lvl2pPr marL="742950" indent="-285750">
              <a:defRPr sz="1400">
                <a:solidFill>
                  <a:schemeClr val="tx1"/>
                </a:solidFill>
                <a:latin typeface="Helvetica" charset="0"/>
                <a:ea typeface="ＭＳ Ｐゴシック" charset="0"/>
              </a:defRPr>
            </a:lvl2pPr>
            <a:lvl3pPr marL="1143000" indent="-228600">
              <a:defRPr sz="1400">
                <a:solidFill>
                  <a:schemeClr val="tx1"/>
                </a:solidFill>
                <a:latin typeface="Helvetica" charset="0"/>
                <a:ea typeface="ＭＳ Ｐゴシック" charset="0"/>
              </a:defRPr>
            </a:lvl3pPr>
            <a:lvl4pPr marL="1600200" indent="-228600">
              <a:defRPr sz="1400">
                <a:solidFill>
                  <a:schemeClr val="tx1"/>
                </a:solidFill>
                <a:latin typeface="Helvetica" charset="0"/>
                <a:ea typeface="ＭＳ Ｐゴシック" charset="0"/>
              </a:defRPr>
            </a:lvl4pPr>
            <a:lvl5pPr marL="2057400" indent="-228600">
              <a:defRPr sz="1400">
                <a:solidFill>
                  <a:schemeClr val="tx1"/>
                </a:solidFill>
                <a:latin typeface="Helvetica" charset="0"/>
                <a:ea typeface="ＭＳ Ｐゴシック" charset="0"/>
              </a:defRPr>
            </a:lvl5pPr>
            <a:lvl6pPr marL="2514600" indent="-228600" defTabSz="342900" eaLnBrk="0" fontAlgn="base" hangingPunct="0">
              <a:spcBef>
                <a:spcPct val="0"/>
              </a:spcBef>
              <a:spcAft>
                <a:spcPct val="0"/>
              </a:spcAft>
              <a:defRPr sz="1400">
                <a:solidFill>
                  <a:schemeClr val="tx1"/>
                </a:solidFill>
                <a:latin typeface="Helvetica" charset="0"/>
                <a:ea typeface="ＭＳ Ｐゴシック" charset="0"/>
              </a:defRPr>
            </a:lvl6pPr>
            <a:lvl7pPr marL="2971800" indent="-228600" defTabSz="342900" eaLnBrk="0" fontAlgn="base" hangingPunct="0">
              <a:spcBef>
                <a:spcPct val="0"/>
              </a:spcBef>
              <a:spcAft>
                <a:spcPct val="0"/>
              </a:spcAft>
              <a:defRPr sz="1400">
                <a:solidFill>
                  <a:schemeClr val="tx1"/>
                </a:solidFill>
                <a:latin typeface="Helvetica" charset="0"/>
                <a:ea typeface="ＭＳ Ｐゴシック" charset="0"/>
              </a:defRPr>
            </a:lvl7pPr>
            <a:lvl8pPr marL="3429000" indent="-228600" defTabSz="342900" eaLnBrk="0" fontAlgn="base" hangingPunct="0">
              <a:spcBef>
                <a:spcPct val="0"/>
              </a:spcBef>
              <a:spcAft>
                <a:spcPct val="0"/>
              </a:spcAft>
              <a:defRPr sz="1400">
                <a:solidFill>
                  <a:schemeClr val="tx1"/>
                </a:solidFill>
                <a:latin typeface="Helvetica" charset="0"/>
                <a:ea typeface="ＭＳ Ｐゴシック" charset="0"/>
              </a:defRPr>
            </a:lvl8pPr>
            <a:lvl9pPr marL="3886200" indent="-228600" defTabSz="342900" eaLnBrk="0" fontAlgn="base" hangingPunct="0">
              <a:spcBef>
                <a:spcPct val="0"/>
              </a:spcBef>
              <a:spcAft>
                <a:spcPct val="0"/>
              </a:spcAft>
              <a:defRPr sz="1400">
                <a:solidFill>
                  <a:schemeClr val="tx1"/>
                </a:solidFill>
                <a:latin typeface="Helvetica" charset="0"/>
                <a:ea typeface="ＭＳ Ｐゴシック" charset="0"/>
              </a:defRPr>
            </a:lvl9pPr>
          </a:lstStyle>
          <a:p>
            <a:pPr algn="r"/>
            <a:r>
              <a:rPr lang="en-US" sz="1867" b="1" dirty="0">
                <a:solidFill>
                  <a:srgbClr val="008000"/>
                </a:solidFill>
                <a:latin typeface="Open Sans" charset="0"/>
              </a:rPr>
              <a:t>https://github.com/</a:t>
            </a:r>
            <a:r>
              <a:rPr lang="en-US" sz="1867" dirty="0">
                <a:solidFill>
                  <a:srgbClr val="008000"/>
                </a:solidFill>
                <a:latin typeface="Open Sans" charset="0"/>
              </a:rPr>
              <a:t>user1/project.git</a:t>
            </a:r>
          </a:p>
        </p:txBody>
      </p:sp>
      <p:sp>
        <p:nvSpPr>
          <p:cNvPr id="92" name="TextBox 91"/>
          <p:cNvSpPr txBox="1">
            <a:spLocks noChangeArrowheads="1"/>
          </p:cNvSpPr>
          <p:nvPr/>
        </p:nvSpPr>
        <p:spPr bwMode="auto">
          <a:xfrm>
            <a:off x="2397187" y="2019162"/>
            <a:ext cx="4726516" cy="37965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1400">
                <a:solidFill>
                  <a:schemeClr val="tx1"/>
                </a:solidFill>
                <a:latin typeface="Helvetica" charset="0"/>
                <a:ea typeface="ＭＳ Ｐゴシック" charset="0"/>
                <a:cs typeface="ＭＳ Ｐゴシック" charset="0"/>
              </a:defRPr>
            </a:lvl1pPr>
            <a:lvl2pPr marL="742950" indent="-285750">
              <a:defRPr sz="1400">
                <a:solidFill>
                  <a:schemeClr val="tx1"/>
                </a:solidFill>
                <a:latin typeface="Helvetica" charset="0"/>
                <a:ea typeface="ＭＳ Ｐゴシック" charset="0"/>
              </a:defRPr>
            </a:lvl2pPr>
            <a:lvl3pPr marL="1143000" indent="-228600">
              <a:defRPr sz="1400">
                <a:solidFill>
                  <a:schemeClr val="tx1"/>
                </a:solidFill>
                <a:latin typeface="Helvetica" charset="0"/>
                <a:ea typeface="ＭＳ Ｐゴシック" charset="0"/>
              </a:defRPr>
            </a:lvl3pPr>
            <a:lvl4pPr marL="1600200" indent="-228600">
              <a:defRPr sz="1400">
                <a:solidFill>
                  <a:schemeClr val="tx1"/>
                </a:solidFill>
                <a:latin typeface="Helvetica" charset="0"/>
                <a:ea typeface="ＭＳ Ｐゴシック" charset="0"/>
              </a:defRPr>
            </a:lvl4pPr>
            <a:lvl5pPr marL="2057400" indent="-228600">
              <a:defRPr sz="1400">
                <a:solidFill>
                  <a:schemeClr val="tx1"/>
                </a:solidFill>
                <a:latin typeface="Helvetica" charset="0"/>
                <a:ea typeface="ＭＳ Ｐゴシック" charset="0"/>
              </a:defRPr>
            </a:lvl5pPr>
            <a:lvl6pPr marL="2514600" indent="-228600" defTabSz="342900" eaLnBrk="0" fontAlgn="base" hangingPunct="0">
              <a:spcBef>
                <a:spcPct val="0"/>
              </a:spcBef>
              <a:spcAft>
                <a:spcPct val="0"/>
              </a:spcAft>
              <a:defRPr sz="1400">
                <a:solidFill>
                  <a:schemeClr val="tx1"/>
                </a:solidFill>
                <a:latin typeface="Helvetica" charset="0"/>
                <a:ea typeface="ＭＳ Ｐゴシック" charset="0"/>
              </a:defRPr>
            </a:lvl6pPr>
            <a:lvl7pPr marL="2971800" indent="-228600" defTabSz="342900" eaLnBrk="0" fontAlgn="base" hangingPunct="0">
              <a:spcBef>
                <a:spcPct val="0"/>
              </a:spcBef>
              <a:spcAft>
                <a:spcPct val="0"/>
              </a:spcAft>
              <a:defRPr sz="1400">
                <a:solidFill>
                  <a:schemeClr val="tx1"/>
                </a:solidFill>
                <a:latin typeface="Helvetica" charset="0"/>
                <a:ea typeface="ＭＳ Ｐゴシック" charset="0"/>
              </a:defRPr>
            </a:lvl7pPr>
            <a:lvl8pPr marL="3429000" indent="-228600" defTabSz="342900" eaLnBrk="0" fontAlgn="base" hangingPunct="0">
              <a:spcBef>
                <a:spcPct val="0"/>
              </a:spcBef>
              <a:spcAft>
                <a:spcPct val="0"/>
              </a:spcAft>
              <a:defRPr sz="1400">
                <a:solidFill>
                  <a:schemeClr val="tx1"/>
                </a:solidFill>
                <a:latin typeface="Helvetica" charset="0"/>
                <a:ea typeface="ＭＳ Ｐゴシック" charset="0"/>
              </a:defRPr>
            </a:lvl8pPr>
            <a:lvl9pPr marL="3886200" indent="-228600" defTabSz="342900" eaLnBrk="0" fontAlgn="base" hangingPunct="0">
              <a:spcBef>
                <a:spcPct val="0"/>
              </a:spcBef>
              <a:spcAft>
                <a:spcPct val="0"/>
              </a:spcAft>
              <a:defRPr sz="1400">
                <a:solidFill>
                  <a:schemeClr val="tx1"/>
                </a:solidFill>
                <a:latin typeface="Helvetica" charset="0"/>
                <a:ea typeface="ＭＳ Ｐゴシック" charset="0"/>
              </a:defRPr>
            </a:lvl9pPr>
          </a:lstStyle>
          <a:p>
            <a:pPr algn="r"/>
            <a:r>
              <a:rPr lang="en-US" sz="1867" b="1" dirty="0">
                <a:solidFill>
                  <a:schemeClr val="bg1">
                    <a:lumMod val="50000"/>
                  </a:schemeClr>
                </a:solidFill>
                <a:latin typeface="Open Sans" charset="0"/>
              </a:rPr>
              <a:t>git@github.com:</a:t>
            </a:r>
            <a:r>
              <a:rPr lang="en-US" sz="1867" dirty="0">
                <a:solidFill>
                  <a:schemeClr val="bg1">
                    <a:lumMod val="50000"/>
                  </a:schemeClr>
                </a:solidFill>
                <a:latin typeface="Open Sans" charset="0"/>
              </a:rPr>
              <a:t>user1/project.git</a:t>
            </a:r>
          </a:p>
        </p:txBody>
      </p:sp>
      <p:sp>
        <p:nvSpPr>
          <p:cNvPr id="93" name="TextBox 92"/>
          <p:cNvSpPr txBox="1">
            <a:spLocks noChangeArrowheads="1"/>
          </p:cNvSpPr>
          <p:nvPr/>
        </p:nvSpPr>
        <p:spPr bwMode="auto">
          <a:xfrm>
            <a:off x="3441709" y="2671684"/>
            <a:ext cx="3659716" cy="37965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1400">
                <a:solidFill>
                  <a:schemeClr val="tx1"/>
                </a:solidFill>
                <a:latin typeface="Helvetica" charset="0"/>
                <a:ea typeface="ＭＳ Ｐゴシック" charset="0"/>
                <a:cs typeface="ＭＳ Ｐゴシック" charset="0"/>
              </a:defRPr>
            </a:lvl1pPr>
            <a:lvl2pPr marL="742950" indent="-285750">
              <a:defRPr sz="1400">
                <a:solidFill>
                  <a:schemeClr val="tx1"/>
                </a:solidFill>
                <a:latin typeface="Helvetica" charset="0"/>
                <a:ea typeface="ＭＳ Ｐゴシック" charset="0"/>
              </a:defRPr>
            </a:lvl2pPr>
            <a:lvl3pPr marL="1143000" indent="-228600">
              <a:defRPr sz="1400">
                <a:solidFill>
                  <a:schemeClr val="tx1"/>
                </a:solidFill>
                <a:latin typeface="Helvetica" charset="0"/>
                <a:ea typeface="ＭＳ Ｐゴシック" charset="0"/>
              </a:defRPr>
            </a:lvl3pPr>
            <a:lvl4pPr marL="1600200" indent="-228600">
              <a:defRPr sz="1400">
                <a:solidFill>
                  <a:schemeClr val="tx1"/>
                </a:solidFill>
                <a:latin typeface="Helvetica" charset="0"/>
                <a:ea typeface="ＭＳ Ｐゴシック" charset="0"/>
              </a:defRPr>
            </a:lvl4pPr>
            <a:lvl5pPr marL="2057400" indent="-228600">
              <a:defRPr sz="1400">
                <a:solidFill>
                  <a:schemeClr val="tx1"/>
                </a:solidFill>
                <a:latin typeface="Helvetica" charset="0"/>
                <a:ea typeface="ＭＳ Ｐゴシック" charset="0"/>
              </a:defRPr>
            </a:lvl5pPr>
            <a:lvl6pPr marL="2514600" indent="-228600" defTabSz="342900" eaLnBrk="0" fontAlgn="base" hangingPunct="0">
              <a:spcBef>
                <a:spcPct val="0"/>
              </a:spcBef>
              <a:spcAft>
                <a:spcPct val="0"/>
              </a:spcAft>
              <a:defRPr sz="1400">
                <a:solidFill>
                  <a:schemeClr val="tx1"/>
                </a:solidFill>
                <a:latin typeface="Helvetica" charset="0"/>
                <a:ea typeface="ＭＳ Ｐゴシック" charset="0"/>
              </a:defRPr>
            </a:lvl6pPr>
            <a:lvl7pPr marL="2971800" indent="-228600" defTabSz="342900" eaLnBrk="0" fontAlgn="base" hangingPunct="0">
              <a:spcBef>
                <a:spcPct val="0"/>
              </a:spcBef>
              <a:spcAft>
                <a:spcPct val="0"/>
              </a:spcAft>
              <a:defRPr sz="1400">
                <a:solidFill>
                  <a:schemeClr val="tx1"/>
                </a:solidFill>
                <a:latin typeface="Helvetica" charset="0"/>
                <a:ea typeface="ＭＳ Ｐゴシック" charset="0"/>
              </a:defRPr>
            </a:lvl7pPr>
            <a:lvl8pPr marL="3429000" indent="-228600" defTabSz="342900" eaLnBrk="0" fontAlgn="base" hangingPunct="0">
              <a:spcBef>
                <a:spcPct val="0"/>
              </a:spcBef>
              <a:spcAft>
                <a:spcPct val="0"/>
              </a:spcAft>
              <a:defRPr sz="1400">
                <a:solidFill>
                  <a:schemeClr val="tx1"/>
                </a:solidFill>
                <a:latin typeface="Helvetica" charset="0"/>
                <a:ea typeface="ＭＳ Ｐゴシック" charset="0"/>
              </a:defRPr>
            </a:lvl8pPr>
            <a:lvl9pPr marL="3886200" indent="-228600" defTabSz="342900" eaLnBrk="0" fontAlgn="base" hangingPunct="0">
              <a:spcBef>
                <a:spcPct val="0"/>
              </a:spcBef>
              <a:spcAft>
                <a:spcPct val="0"/>
              </a:spcAft>
              <a:defRPr sz="1400">
                <a:solidFill>
                  <a:schemeClr val="tx1"/>
                </a:solidFill>
                <a:latin typeface="Helvetica" charset="0"/>
                <a:ea typeface="ＭＳ Ｐゴシック" charset="0"/>
              </a:defRPr>
            </a:lvl9pPr>
          </a:lstStyle>
          <a:p>
            <a:pPr algn="r"/>
            <a:r>
              <a:rPr lang="en-US" sz="1867" dirty="0">
                <a:solidFill>
                  <a:srgbClr val="BFBFBF"/>
                </a:solidFill>
                <a:latin typeface="Open Sans" charset="0"/>
              </a:rPr>
              <a:t>git://server/project.git</a:t>
            </a:r>
          </a:p>
        </p:txBody>
      </p:sp>
      <p:sp>
        <p:nvSpPr>
          <p:cNvPr id="94" name="TextBox 93"/>
          <p:cNvSpPr txBox="1">
            <a:spLocks noChangeArrowheads="1"/>
          </p:cNvSpPr>
          <p:nvPr/>
        </p:nvSpPr>
        <p:spPr bwMode="auto">
          <a:xfrm>
            <a:off x="7129283" y="2678034"/>
            <a:ext cx="1895676" cy="37965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1400">
                <a:solidFill>
                  <a:schemeClr val="tx1"/>
                </a:solidFill>
                <a:latin typeface="Helvetica" charset="0"/>
                <a:ea typeface="ＭＳ Ｐゴシック" charset="0"/>
                <a:cs typeface="ＭＳ Ｐゴシック" charset="0"/>
              </a:defRPr>
            </a:lvl1pPr>
            <a:lvl2pPr marL="742950" indent="-285750">
              <a:defRPr sz="1400">
                <a:solidFill>
                  <a:schemeClr val="tx1"/>
                </a:solidFill>
                <a:latin typeface="Helvetica" charset="0"/>
                <a:ea typeface="ＭＳ Ｐゴシック" charset="0"/>
              </a:defRPr>
            </a:lvl2pPr>
            <a:lvl3pPr marL="1143000" indent="-228600">
              <a:defRPr sz="1400">
                <a:solidFill>
                  <a:schemeClr val="tx1"/>
                </a:solidFill>
                <a:latin typeface="Helvetica" charset="0"/>
                <a:ea typeface="ＭＳ Ｐゴシック" charset="0"/>
              </a:defRPr>
            </a:lvl3pPr>
            <a:lvl4pPr marL="1600200" indent="-228600">
              <a:defRPr sz="1400">
                <a:solidFill>
                  <a:schemeClr val="tx1"/>
                </a:solidFill>
                <a:latin typeface="Helvetica" charset="0"/>
                <a:ea typeface="ＭＳ Ｐゴシック" charset="0"/>
              </a:defRPr>
            </a:lvl4pPr>
            <a:lvl5pPr marL="2057400" indent="-228600">
              <a:defRPr sz="1400">
                <a:solidFill>
                  <a:schemeClr val="tx1"/>
                </a:solidFill>
                <a:latin typeface="Helvetica" charset="0"/>
                <a:ea typeface="ＭＳ Ｐゴシック" charset="0"/>
              </a:defRPr>
            </a:lvl5pPr>
            <a:lvl6pPr marL="2514600" indent="-228600" defTabSz="342900" eaLnBrk="0" fontAlgn="base" hangingPunct="0">
              <a:spcBef>
                <a:spcPct val="0"/>
              </a:spcBef>
              <a:spcAft>
                <a:spcPct val="0"/>
              </a:spcAft>
              <a:defRPr sz="1400">
                <a:solidFill>
                  <a:schemeClr val="tx1"/>
                </a:solidFill>
                <a:latin typeface="Helvetica" charset="0"/>
                <a:ea typeface="ＭＳ Ｐゴシック" charset="0"/>
              </a:defRPr>
            </a:lvl6pPr>
            <a:lvl7pPr marL="2971800" indent="-228600" defTabSz="342900" eaLnBrk="0" fontAlgn="base" hangingPunct="0">
              <a:spcBef>
                <a:spcPct val="0"/>
              </a:spcBef>
              <a:spcAft>
                <a:spcPct val="0"/>
              </a:spcAft>
              <a:defRPr sz="1400">
                <a:solidFill>
                  <a:schemeClr val="tx1"/>
                </a:solidFill>
                <a:latin typeface="Helvetica" charset="0"/>
                <a:ea typeface="ＭＳ Ｐゴシック" charset="0"/>
              </a:defRPr>
            </a:lvl7pPr>
            <a:lvl8pPr marL="3429000" indent="-228600" defTabSz="342900" eaLnBrk="0" fontAlgn="base" hangingPunct="0">
              <a:spcBef>
                <a:spcPct val="0"/>
              </a:spcBef>
              <a:spcAft>
                <a:spcPct val="0"/>
              </a:spcAft>
              <a:defRPr sz="1400">
                <a:solidFill>
                  <a:schemeClr val="tx1"/>
                </a:solidFill>
                <a:latin typeface="Helvetica" charset="0"/>
                <a:ea typeface="ＭＳ Ｐゴシック" charset="0"/>
              </a:defRPr>
            </a:lvl8pPr>
            <a:lvl9pPr marL="3886200" indent="-228600" defTabSz="342900" eaLnBrk="0" fontAlgn="base" hangingPunct="0">
              <a:spcBef>
                <a:spcPct val="0"/>
              </a:spcBef>
              <a:spcAft>
                <a:spcPct val="0"/>
              </a:spcAft>
              <a:defRPr sz="1400">
                <a:solidFill>
                  <a:schemeClr val="tx1"/>
                </a:solidFill>
                <a:latin typeface="Helvetica" charset="0"/>
                <a:ea typeface="ＭＳ Ｐゴシック" charset="0"/>
              </a:defRPr>
            </a:lvl9pPr>
          </a:lstStyle>
          <a:p>
            <a:r>
              <a:rPr lang="en-US" sz="1867" i="1" dirty="0">
                <a:solidFill>
                  <a:srgbClr val="BFBFBF"/>
                </a:solidFill>
                <a:latin typeface="Open Sans" charset="0"/>
              </a:rPr>
              <a:t>via port 9418</a:t>
            </a:r>
            <a:endParaRPr lang="en-US" sz="1867" b="1" i="1" dirty="0">
              <a:solidFill>
                <a:srgbClr val="BFBFBF"/>
              </a:solidFill>
              <a:latin typeface="Open Sans" charset="0"/>
            </a:endParaRPr>
          </a:p>
        </p:txBody>
      </p:sp>
      <p:sp>
        <p:nvSpPr>
          <p:cNvPr id="95" name="TextBox 94"/>
          <p:cNvSpPr txBox="1">
            <a:spLocks noChangeArrowheads="1"/>
          </p:cNvSpPr>
          <p:nvPr/>
        </p:nvSpPr>
        <p:spPr bwMode="auto">
          <a:xfrm>
            <a:off x="3452291" y="2989184"/>
            <a:ext cx="3649133" cy="37965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1400">
                <a:solidFill>
                  <a:schemeClr val="tx1"/>
                </a:solidFill>
                <a:latin typeface="Helvetica" charset="0"/>
                <a:ea typeface="ＭＳ Ｐゴシック" charset="0"/>
                <a:cs typeface="ＭＳ Ｐゴシック" charset="0"/>
              </a:defRPr>
            </a:lvl1pPr>
            <a:lvl2pPr marL="742950" indent="-285750">
              <a:defRPr sz="1400">
                <a:solidFill>
                  <a:schemeClr val="tx1"/>
                </a:solidFill>
                <a:latin typeface="Helvetica" charset="0"/>
                <a:ea typeface="ＭＳ Ｐゴシック" charset="0"/>
              </a:defRPr>
            </a:lvl2pPr>
            <a:lvl3pPr marL="1143000" indent="-228600">
              <a:defRPr sz="1400">
                <a:solidFill>
                  <a:schemeClr val="tx1"/>
                </a:solidFill>
                <a:latin typeface="Helvetica" charset="0"/>
                <a:ea typeface="ＭＳ Ｐゴシック" charset="0"/>
              </a:defRPr>
            </a:lvl3pPr>
            <a:lvl4pPr marL="1600200" indent="-228600">
              <a:defRPr sz="1400">
                <a:solidFill>
                  <a:schemeClr val="tx1"/>
                </a:solidFill>
                <a:latin typeface="Helvetica" charset="0"/>
                <a:ea typeface="ＭＳ Ｐゴシック" charset="0"/>
              </a:defRPr>
            </a:lvl4pPr>
            <a:lvl5pPr marL="2057400" indent="-228600">
              <a:defRPr sz="1400">
                <a:solidFill>
                  <a:schemeClr val="tx1"/>
                </a:solidFill>
                <a:latin typeface="Helvetica" charset="0"/>
                <a:ea typeface="ＭＳ Ｐゴシック" charset="0"/>
              </a:defRPr>
            </a:lvl5pPr>
            <a:lvl6pPr marL="2514600" indent="-228600" defTabSz="342900" eaLnBrk="0" fontAlgn="base" hangingPunct="0">
              <a:spcBef>
                <a:spcPct val="0"/>
              </a:spcBef>
              <a:spcAft>
                <a:spcPct val="0"/>
              </a:spcAft>
              <a:defRPr sz="1400">
                <a:solidFill>
                  <a:schemeClr val="tx1"/>
                </a:solidFill>
                <a:latin typeface="Helvetica" charset="0"/>
                <a:ea typeface="ＭＳ Ｐゴシック" charset="0"/>
              </a:defRPr>
            </a:lvl6pPr>
            <a:lvl7pPr marL="2971800" indent="-228600" defTabSz="342900" eaLnBrk="0" fontAlgn="base" hangingPunct="0">
              <a:spcBef>
                <a:spcPct val="0"/>
              </a:spcBef>
              <a:spcAft>
                <a:spcPct val="0"/>
              </a:spcAft>
              <a:defRPr sz="1400">
                <a:solidFill>
                  <a:schemeClr val="tx1"/>
                </a:solidFill>
                <a:latin typeface="Helvetica" charset="0"/>
                <a:ea typeface="ＭＳ Ｐゴシック" charset="0"/>
              </a:defRPr>
            </a:lvl7pPr>
            <a:lvl8pPr marL="3429000" indent="-228600" defTabSz="342900" eaLnBrk="0" fontAlgn="base" hangingPunct="0">
              <a:spcBef>
                <a:spcPct val="0"/>
              </a:spcBef>
              <a:spcAft>
                <a:spcPct val="0"/>
              </a:spcAft>
              <a:defRPr sz="1400">
                <a:solidFill>
                  <a:schemeClr val="tx1"/>
                </a:solidFill>
                <a:latin typeface="Helvetica" charset="0"/>
                <a:ea typeface="ＭＳ Ｐゴシック" charset="0"/>
              </a:defRPr>
            </a:lvl8pPr>
            <a:lvl9pPr marL="3886200" indent="-228600" defTabSz="342900" eaLnBrk="0" fontAlgn="base" hangingPunct="0">
              <a:spcBef>
                <a:spcPct val="0"/>
              </a:spcBef>
              <a:spcAft>
                <a:spcPct val="0"/>
              </a:spcAft>
              <a:defRPr sz="1400">
                <a:solidFill>
                  <a:schemeClr val="tx1"/>
                </a:solidFill>
                <a:latin typeface="Helvetica" charset="0"/>
                <a:ea typeface="ＭＳ Ｐゴシック" charset="0"/>
              </a:defRPr>
            </a:lvl9pPr>
          </a:lstStyle>
          <a:p>
            <a:pPr algn="r"/>
            <a:r>
              <a:rPr lang="en-US" sz="1867">
                <a:solidFill>
                  <a:srgbClr val="BFBFBF"/>
                </a:solidFill>
                <a:latin typeface="Open Sans" charset="0"/>
              </a:rPr>
              <a:t>file://myrepos/project</a:t>
            </a:r>
          </a:p>
        </p:txBody>
      </p:sp>
      <p:sp>
        <p:nvSpPr>
          <p:cNvPr id="96" name="TextBox 95"/>
          <p:cNvSpPr txBox="1">
            <a:spLocks noChangeArrowheads="1"/>
          </p:cNvSpPr>
          <p:nvPr/>
        </p:nvSpPr>
        <p:spPr bwMode="auto">
          <a:xfrm>
            <a:off x="4055541" y="3308800"/>
            <a:ext cx="3045883" cy="37965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1400">
                <a:solidFill>
                  <a:schemeClr val="tx1"/>
                </a:solidFill>
                <a:latin typeface="Helvetica" charset="0"/>
                <a:ea typeface="ＭＳ Ｐゴシック" charset="0"/>
                <a:cs typeface="ＭＳ Ｐゴシック" charset="0"/>
              </a:defRPr>
            </a:lvl1pPr>
            <a:lvl2pPr marL="742950" indent="-285750">
              <a:defRPr sz="1400">
                <a:solidFill>
                  <a:schemeClr val="tx1"/>
                </a:solidFill>
                <a:latin typeface="Helvetica" charset="0"/>
                <a:ea typeface="ＭＳ Ｐゴシック" charset="0"/>
              </a:defRPr>
            </a:lvl2pPr>
            <a:lvl3pPr marL="1143000" indent="-228600">
              <a:defRPr sz="1400">
                <a:solidFill>
                  <a:schemeClr val="tx1"/>
                </a:solidFill>
                <a:latin typeface="Helvetica" charset="0"/>
                <a:ea typeface="ＭＳ Ｐゴシック" charset="0"/>
              </a:defRPr>
            </a:lvl3pPr>
            <a:lvl4pPr marL="1600200" indent="-228600">
              <a:defRPr sz="1400">
                <a:solidFill>
                  <a:schemeClr val="tx1"/>
                </a:solidFill>
                <a:latin typeface="Helvetica" charset="0"/>
                <a:ea typeface="ＭＳ Ｐゴシック" charset="0"/>
              </a:defRPr>
            </a:lvl4pPr>
            <a:lvl5pPr marL="2057400" indent="-228600">
              <a:defRPr sz="1400">
                <a:solidFill>
                  <a:schemeClr val="tx1"/>
                </a:solidFill>
                <a:latin typeface="Helvetica" charset="0"/>
                <a:ea typeface="ＭＳ Ｐゴシック" charset="0"/>
              </a:defRPr>
            </a:lvl5pPr>
            <a:lvl6pPr marL="2514600" indent="-228600" defTabSz="342900" eaLnBrk="0" fontAlgn="base" hangingPunct="0">
              <a:spcBef>
                <a:spcPct val="0"/>
              </a:spcBef>
              <a:spcAft>
                <a:spcPct val="0"/>
              </a:spcAft>
              <a:defRPr sz="1400">
                <a:solidFill>
                  <a:schemeClr val="tx1"/>
                </a:solidFill>
                <a:latin typeface="Helvetica" charset="0"/>
                <a:ea typeface="ＭＳ Ｐゴシック" charset="0"/>
              </a:defRPr>
            </a:lvl6pPr>
            <a:lvl7pPr marL="2971800" indent="-228600" defTabSz="342900" eaLnBrk="0" fontAlgn="base" hangingPunct="0">
              <a:spcBef>
                <a:spcPct val="0"/>
              </a:spcBef>
              <a:spcAft>
                <a:spcPct val="0"/>
              </a:spcAft>
              <a:defRPr sz="1400">
                <a:solidFill>
                  <a:schemeClr val="tx1"/>
                </a:solidFill>
                <a:latin typeface="Helvetica" charset="0"/>
                <a:ea typeface="ＭＳ Ｐゴシック" charset="0"/>
              </a:defRPr>
            </a:lvl7pPr>
            <a:lvl8pPr marL="3429000" indent="-228600" defTabSz="342900" eaLnBrk="0" fontAlgn="base" hangingPunct="0">
              <a:spcBef>
                <a:spcPct val="0"/>
              </a:spcBef>
              <a:spcAft>
                <a:spcPct val="0"/>
              </a:spcAft>
              <a:defRPr sz="1400">
                <a:solidFill>
                  <a:schemeClr val="tx1"/>
                </a:solidFill>
                <a:latin typeface="Helvetica" charset="0"/>
                <a:ea typeface="ＭＳ Ｐゴシック" charset="0"/>
              </a:defRPr>
            </a:lvl8pPr>
            <a:lvl9pPr marL="3886200" indent="-228600" defTabSz="342900" eaLnBrk="0" fontAlgn="base" hangingPunct="0">
              <a:spcBef>
                <a:spcPct val="0"/>
              </a:spcBef>
              <a:spcAft>
                <a:spcPct val="0"/>
              </a:spcAft>
              <a:defRPr sz="1400">
                <a:solidFill>
                  <a:schemeClr val="tx1"/>
                </a:solidFill>
                <a:latin typeface="Helvetica" charset="0"/>
                <a:ea typeface="ＭＳ Ｐゴシック" charset="0"/>
              </a:defRPr>
            </a:lvl9pPr>
          </a:lstStyle>
          <a:p>
            <a:pPr algn="r"/>
            <a:r>
              <a:rPr lang="en-US" sz="1867">
                <a:solidFill>
                  <a:srgbClr val="BFBFBF"/>
                </a:solidFill>
                <a:latin typeface="Open Sans" charset="0"/>
              </a:rPr>
              <a:t>/myrepos/project</a:t>
            </a:r>
          </a:p>
        </p:txBody>
      </p:sp>
      <p:sp>
        <p:nvSpPr>
          <p:cNvPr id="97" name="TextBox 96"/>
          <p:cNvSpPr txBox="1">
            <a:spLocks noChangeArrowheads="1"/>
          </p:cNvSpPr>
          <p:nvPr/>
        </p:nvSpPr>
        <p:spPr bwMode="auto">
          <a:xfrm>
            <a:off x="7123118" y="2346310"/>
            <a:ext cx="1593956" cy="37965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1400">
                <a:solidFill>
                  <a:schemeClr val="tx1"/>
                </a:solidFill>
                <a:latin typeface="Helvetica" charset="0"/>
                <a:ea typeface="ＭＳ Ｐゴシック" charset="0"/>
                <a:cs typeface="ＭＳ Ｐゴシック" charset="0"/>
              </a:defRPr>
            </a:lvl1pPr>
            <a:lvl2pPr marL="742950" indent="-285750">
              <a:defRPr sz="1400">
                <a:solidFill>
                  <a:schemeClr val="tx1"/>
                </a:solidFill>
                <a:latin typeface="Helvetica" charset="0"/>
                <a:ea typeface="ＭＳ Ｐゴシック" charset="0"/>
              </a:defRPr>
            </a:lvl2pPr>
            <a:lvl3pPr marL="1143000" indent="-228600">
              <a:defRPr sz="1400">
                <a:solidFill>
                  <a:schemeClr val="tx1"/>
                </a:solidFill>
                <a:latin typeface="Helvetica" charset="0"/>
                <a:ea typeface="ＭＳ Ｐゴシック" charset="0"/>
              </a:defRPr>
            </a:lvl3pPr>
            <a:lvl4pPr marL="1600200" indent="-228600">
              <a:defRPr sz="1400">
                <a:solidFill>
                  <a:schemeClr val="tx1"/>
                </a:solidFill>
                <a:latin typeface="Helvetica" charset="0"/>
                <a:ea typeface="ＭＳ Ｐゴシック" charset="0"/>
              </a:defRPr>
            </a:lvl4pPr>
            <a:lvl5pPr marL="2057400" indent="-228600">
              <a:defRPr sz="1400">
                <a:solidFill>
                  <a:schemeClr val="tx1"/>
                </a:solidFill>
                <a:latin typeface="Helvetica" charset="0"/>
                <a:ea typeface="ＭＳ Ｐゴシック" charset="0"/>
              </a:defRPr>
            </a:lvl5pPr>
            <a:lvl6pPr marL="2514600" indent="-228600" defTabSz="342900" eaLnBrk="0" fontAlgn="base" hangingPunct="0">
              <a:spcBef>
                <a:spcPct val="0"/>
              </a:spcBef>
              <a:spcAft>
                <a:spcPct val="0"/>
              </a:spcAft>
              <a:defRPr sz="1400">
                <a:solidFill>
                  <a:schemeClr val="tx1"/>
                </a:solidFill>
                <a:latin typeface="Helvetica" charset="0"/>
                <a:ea typeface="ＭＳ Ｐゴシック" charset="0"/>
              </a:defRPr>
            </a:lvl6pPr>
            <a:lvl7pPr marL="2971800" indent="-228600" defTabSz="342900" eaLnBrk="0" fontAlgn="base" hangingPunct="0">
              <a:spcBef>
                <a:spcPct val="0"/>
              </a:spcBef>
              <a:spcAft>
                <a:spcPct val="0"/>
              </a:spcAft>
              <a:defRPr sz="1400">
                <a:solidFill>
                  <a:schemeClr val="tx1"/>
                </a:solidFill>
                <a:latin typeface="Helvetica" charset="0"/>
                <a:ea typeface="ＭＳ Ｐゴシック" charset="0"/>
              </a:defRPr>
            </a:lvl7pPr>
            <a:lvl8pPr marL="3429000" indent="-228600" defTabSz="342900" eaLnBrk="0" fontAlgn="base" hangingPunct="0">
              <a:spcBef>
                <a:spcPct val="0"/>
              </a:spcBef>
              <a:spcAft>
                <a:spcPct val="0"/>
              </a:spcAft>
              <a:defRPr sz="1400">
                <a:solidFill>
                  <a:schemeClr val="tx1"/>
                </a:solidFill>
                <a:latin typeface="Helvetica" charset="0"/>
                <a:ea typeface="ＭＳ Ｐゴシック" charset="0"/>
              </a:defRPr>
            </a:lvl8pPr>
            <a:lvl9pPr marL="3886200" indent="-228600" defTabSz="342900" eaLnBrk="0" fontAlgn="base" hangingPunct="0">
              <a:spcBef>
                <a:spcPct val="0"/>
              </a:spcBef>
              <a:spcAft>
                <a:spcPct val="0"/>
              </a:spcAft>
              <a:defRPr sz="1400">
                <a:solidFill>
                  <a:schemeClr val="tx1"/>
                </a:solidFill>
                <a:latin typeface="Helvetica" charset="0"/>
                <a:ea typeface="ＭＳ Ｐゴシック" charset="0"/>
              </a:defRPr>
            </a:lvl9pPr>
          </a:lstStyle>
          <a:p>
            <a:r>
              <a:rPr lang="en-US" sz="1867" i="1" dirty="0">
                <a:solidFill>
                  <a:srgbClr val="FF0000"/>
                </a:solidFill>
                <a:latin typeface="Open Sans" charset="0"/>
              </a:rPr>
              <a:t>via port 22</a:t>
            </a:r>
            <a:endParaRPr lang="en-US" sz="1867" b="1" i="1" dirty="0">
              <a:solidFill>
                <a:srgbClr val="FF0000"/>
              </a:solidFill>
              <a:latin typeface="Open Sans" charset="0"/>
            </a:endParaRPr>
          </a:p>
        </p:txBody>
      </p:sp>
      <p:sp>
        <p:nvSpPr>
          <p:cNvPr id="98" name="TextBox 97"/>
          <p:cNvSpPr txBox="1">
            <a:spLocks noChangeArrowheads="1"/>
          </p:cNvSpPr>
          <p:nvPr/>
        </p:nvSpPr>
        <p:spPr bwMode="auto">
          <a:xfrm>
            <a:off x="7129283" y="1712833"/>
            <a:ext cx="2027767" cy="37965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1400">
                <a:solidFill>
                  <a:schemeClr val="tx1"/>
                </a:solidFill>
                <a:latin typeface="Helvetica" charset="0"/>
                <a:ea typeface="ＭＳ Ｐゴシック" charset="0"/>
                <a:cs typeface="ＭＳ Ｐゴシック" charset="0"/>
              </a:defRPr>
            </a:lvl1pPr>
            <a:lvl2pPr marL="742950" indent="-285750">
              <a:defRPr sz="1400">
                <a:solidFill>
                  <a:schemeClr val="tx1"/>
                </a:solidFill>
                <a:latin typeface="Helvetica" charset="0"/>
                <a:ea typeface="ＭＳ Ｐゴシック" charset="0"/>
              </a:defRPr>
            </a:lvl2pPr>
            <a:lvl3pPr marL="1143000" indent="-228600">
              <a:defRPr sz="1400">
                <a:solidFill>
                  <a:schemeClr val="tx1"/>
                </a:solidFill>
                <a:latin typeface="Helvetica" charset="0"/>
                <a:ea typeface="ＭＳ Ｐゴシック" charset="0"/>
              </a:defRPr>
            </a:lvl3pPr>
            <a:lvl4pPr marL="1600200" indent="-228600">
              <a:defRPr sz="1400">
                <a:solidFill>
                  <a:schemeClr val="tx1"/>
                </a:solidFill>
                <a:latin typeface="Helvetica" charset="0"/>
                <a:ea typeface="ＭＳ Ｐゴシック" charset="0"/>
              </a:defRPr>
            </a:lvl4pPr>
            <a:lvl5pPr marL="2057400" indent="-228600">
              <a:defRPr sz="1400">
                <a:solidFill>
                  <a:schemeClr val="tx1"/>
                </a:solidFill>
                <a:latin typeface="Helvetica" charset="0"/>
                <a:ea typeface="ＭＳ Ｐゴシック" charset="0"/>
              </a:defRPr>
            </a:lvl5pPr>
            <a:lvl6pPr marL="2514600" indent="-228600" defTabSz="342900" eaLnBrk="0" fontAlgn="base" hangingPunct="0">
              <a:spcBef>
                <a:spcPct val="0"/>
              </a:spcBef>
              <a:spcAft>
                <a:spcPct val="0"/>
              </a:spcAft>
              <a:defRPr sz="1400">
                <a:solidFill>
                  <a:schemeClr val="tx1"/>
                </a:solidFill>
                <a:latin typeface="Helvetica" charset="0"/>
                <a:ea typeface="ＭＳ Ｐゴシック" charset="0"/>
              </a:defRPr>
            </a:lvl6pPr>
            <a:lvl7pPr marL="2971800" indent="-228600" defTabSz="342900" eaLnBrk="0" fontAlgn="base" hangingPunct="0">
              <a:spcBef>
                <a:spcPct val="0"/>
              </a:spcBef>
              <a:spcAft>
                <a:spcPct val="0"/>
              </a:spcAft>
              <a:defRPr sz="1400">
                <a:solidFill>
                  <a:schemeClr val="tx1"/>
                </a:solidFill>
                <a:latin typeface="Helvetica" charset="0"/>
                <a:ea typeface="ＭＳ Ｐゴシック" charset="0"/>
              </a:defRPr>
            </a:lvl7pPr>
            <a:lvl8pPr marL="3429000" indent="-228600" defTabSz="342900" eaLnBrk="0" fontAlgn="base" hangingPunct="0">
              <a:spcBef>
                <a:spcPct val="0"/>
              </a:spcBef>
              <a:spcAft>
                <a:spcPct val="0"/>
              </a:spcAft>
              <a:defRPr sz="1400">
                <a:solidFill>
                  <a:schemeClr val="tx1"/>
                </a:solidFill>
                <a:latin typeface="Helvetica" charset="0"/>
                <a:ea typeface="ＭＳ Ｐゴシック" charset="0"/>
              </a:defRPr>
            </a:lvl8pPr>
            <a:lvl9pPr marL="3886200" indent="-228600" defTabSz="342900" eaLnBrk="0" fontAlgn="base" hangingPunct="0">
              <a:spcBef>
                <a:spcPct val="0"/>
              </a:spcBef>
              <a:spcAft>
                <a:spcPct val="0"/>
              </a:spcAft>
              <a:defRPr sz="1400">
                <a:solidFill>
                  <a:schemeClr val="tx1"/>
                </a:solidFill>
                <a:latin typeface="Helvetica" charset="0"/>
                <a:ea typeface="ＭＳ Ｐゴシック" charset="0"/>
              </a:defRPr>
            </a:lvl9pPr>
          </a:lstStyle>
          <a:p>
            <a:r>
              <a:rPr lang="en-US" sz="1867" i="1" dirty="0">
                <a:solidFill>
                  <a:srgbClr val="008000"/>
                </a:solidFill>
                <a:latin typeface="Open Sans" charset="0"/>
              </a:rPr>
              <a:t>via </a:t>
            </a:r>
            <a:r>
              <a:rPr lang="en-US" sz="1867" i="1">
                <a:solidFill>
                  <a:srgbClr val="008000"/>
                </a:solidFill>
                <a:latin typeface="Open Sans" charset="0"/>
              </a:rPr>
              <a:t>port 443</a:t>
            </a:r>
            <a:endParaRPr lang="en-US" sz="1867" b="1" i="1" dirty="0">
              <a:solidFill>
                <a:srgbClr val="008000"/>
              </a:solidFill>
              <a:latin typeface="Open Sans" charset="0"/>
            </a:endParaRPr>
          </a:p>
        </p:txBody>
      </p:sp>
      <p:sp>
        <p:nvSpPr>
          <p:cNvPr id="99" name="TextBox 98"/>
          <p:cNvSpPr txBox="1">
            <a:spLocks noChangeArrowheads="1"/>
          </p:cNvSpPr>
          <p:nvPr/>
        </p:nvSpPr>
        <p:spPr bwMode="auto">
          <a:xfrm>
            <a:off x="7129284" y="3313033"/>
            <a:ext cx="2267133" cy="37965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1400">
                <a:solidFill>
                  <a:schemeClr val="tx1"/>
                </a:solidFill>
                <a:latin typeface="Helvetica" charset="0"/>
                <a:ea typeface="ＭＳ Ｐゴシック" charset="0"/>
                <a:cs typeface="ＭＳ Ｐゴシック" charset="0"/>
              </a:defRPr>
            </a:lvl1pPr>
            <a:lvl2pPr marL="742950" indent="-285750">
              <a:defRPr sz="1400">
                <a:solidFill>
                  <a:schemeClr val="tx1"/>
                </a:solidFill>
                <a:latin typeface="Helvetica" charset="0"/>
                <a:ea typeface="ＭＳ Ｐゴシック" charset="0"/>
              </a:defRPr>
            </a:lvl2pPr>
            <a:lvl3pPr marL="1143000" indent="-228600">
              <a:defRPr sz="1400">
                <a:solidFill>
                  <a:schemeClr val="tx1"/>
                </a:solidFill>
                <a:latin typeface="Helvetica" charset="0"/>
                <a:ea typeface="ＭＳ Ｐゴシック" charset="0"/>
              </a:defRPr>
            </a:lvl3pPr>
            <a:lvl4pPr marL="1600200" indent="-228600">
              <a:defRPr sz="1400">
                <a:solidFill>
                  <a:schemeClr val="tx1"/>
                </a:solidFill>
                <a:latin typeface="Helvetica" charset="0"/>
                <a:ea typeface="ＭＳ Ｐゴシック" charset="0"/>
              </a:defRPr>
            </a:lvl4pPr>
            <a:lvl5pPr marL="2057400" indent="-228600">
              <a:defRPr sz="1400">
                <a:solidFill>
                  <a:schemeClr val="tx1"/>
                </a:solidFill>
                <a:latin typeface="Helvetica" charset="0"/>
                <a:ea typeface="ＭＳ Ｐゴシック" charset="0"/>
              </a:defRPr>
            </a:lvl5pPr>
            <a:lvl6pPr marL="2514600" indent="-228600" defTabSz="342900" eaLnBrk="0" fontAlgn="base" hangingPunct="0">
              <a:spcBef>
                <a:spcPct val="0"/>
              </a:spcBef>
              <a:spcAft>
                <a:spcPct val="0"/>
              </a:spcAft>
              <a:defRPr sz="1400">
                <a:solidFill>
                  <a:schemeClr val="tx1"/>
                </a:solidFill>
                <a:latin typeface="Helvetica" charset="0"/>
                <a:ea typeface="ＭＳ Ｐゴシック" charset="0"/>
              </a:defRPr>
            </a:lvl6pPr>
            <a:lvl7pPr marL="2971800" indent="-228600" defTabSz="342900" eaLnBrk="0" fontAlgn="base" hangingPunct="0">
              <a:spcBef>
                <a:spcPct val="0"/>
              </a:spcBef>
              <a:spcAft>
                <a:spcPct val="0"/>
              </a:spcAft>
              <a:defRPr sz="1400">
                <a:solidFill>
                  <a:schemeClr val="tx1"/>
                </a:solidFill>
                <a:latin typeface="Helvetica" charset="0"/>
                <a:ea typeface="ＭＳ Ｐゴシック" charset="0"/>
              </a:defRPr>
            </a:lvl7pPr>
            <a:lvl8pPr marL="3429000" indent="-228600" defTabSz="342900" eaLnBrk="0" fontAlgn="base" hangingPunct="0">
              <a:spcBef>
                <a:spcPct val="0"/>
              </a:spcBef>
              <a:spcAft>
                <a:spcPct val="0"/>
              </a:spcAft>
              <a:defRPr sz="1400">
                <a:solidFill>
                  <a:schemeClr val="tx1"/>
                </a:solidFill>
                <a:latin typeface="Helvetica" charset="0"/>
                <a:ea typeface="ＭＳ Ｐゴシック" charset="0"/>
              </a:defRPr>
            </a:lvl8pPr>
            <a:lvl9pPr marL="3886200" indent="-228600" defTabSz="342900" eaLnBrk="0" fontAlgn="base" hangingPunct="0">
              <a:spcBef>
                <a:spcPct val="0"/>
              </a:spcBef>
              <a:spcAft>
                <a:spcPct val="0"/>
              </a:spcAft>
              <a:defRPr sz="1400">
                <a:solidFill>
                  <a:schemeClr val="tx1"/>
                </a:solidFill>
                <a:latin typeface="Helvetica" charset="0"/>
                <a:ea typeface="ＭＳ Ｐゴシック" charset="0"/>
              </a:defRPr>
            </a:lvl9pPr>
          </a:lstStyle>
          <a:p>
            <a:r>
              <a:rPr lang="en-US" sz="1867" i="1" dirty="0">
                <a:solidFill>
                  <a:srgbClr val="BFBFBF"/>
                </a:solidFill>
                <a:latin typeface="Open Sans" charset="0"/>
              </a:rPr>
              <a:t>via hard link</a:t>
            </a:r>
            <a:endParaRPr lang="en-US" sz="1867" b="1" i="1" dirty="0">
              <a:solidFill>
                <a:srgbClr val="BFBFBF"/>
              </a:solidFill>
              <a:latin typeface="Open Sans" charset="0"/>
            </a:endParaRPr>
          </a:p>
        </p:txBody>
      </p:sp>
      <p:sp>
        <p:nvSpPr>
          <p:cNvPr id="20" name="TextBox 19"/>
          <p:cNvSpPr txBox="1">
            <a:spLocks noChangeArrowheads="1"/>
          </p:cNvSpPr>
          <p:nvPr/>
        </p:nvSpPr>
        <p:spPr bwMode="auto">
          <a:xfrm>
            <a:off x="1155981" y="2319245"/>
            <a:ext cx="1548617" cy="37965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1400">
                <a:solidFill>
                  <a:schemeClr val="tx1"/>
                </a:solidFill>
                <a:latin typeface="Helvetica" charset="0"/>
                <a:ea typeface="ＭＳ Ｐゴシック" charset="0"/>
                <a:cs typeface="ＭＳ Ｐゴシック" charset="0"/>
              </a:defRPr>
            </a:lvl1pPr>
            <a:lvl2pPr marL="742950" indent="-285750">
              <a:defRPr sz="1400">
                <a:solidFill>
                  <a:schemeClr val="tx1"/>
                </a:solidFill>
                <a:latin typeface="Helvetica" charset="0"/>
                <a:ea typeface="ＭＳ Ｐゴシック" charset="0"/>
              </a:defRPr>
            </a:lvl2pPr>
            <a:lvl3pPr marL="1143000" indent="-228600">
              <a:defRPr sz="1400">
                <a:solidFill>
                  <a:schemeClr val="tx1"/>
                </a:solidFill>
                <a:latin typeface="Helvetica" charset="0"/>
                <a:ea typeface="ＭＳ Ｐゴシック" charset="0"/>
              </a:defRPr>
            </a:lvl3pPr>
            <a:lvl4pPr marL="1600200" indent="-228600">
              <a:defRPr sz="1400">
                <a:solidFill>
                  <a:schemeClr val="tx1"/>
                </a:solidFill>
                <a:latin typeface="Helvetica" charset="0"/>
                <a:ea typeface="ＭＳ Ｐゴシック" charset="0"/>
              </a:defRPr>
            </a:lvl4pPr>
            <a:lvl5pPr marL="2057400" indent="-228600">
              <a:defRPr sz="1400">
                <a:solidFill>
                  <a:schemeClr val="tx1"/>
                </a:solidFill>
                <a:latin typeface="Helvetica" charset="0"/>
                <a:ea typeface="ＭＳ Ｐゴシック" charset="0"/>
              </a:defRPr>
            </a:lvl5pPr>
            <a:lvl6pPr marL="2514600" indent="-228600" defTabSz="342900" eaLnBrk="0" fontAlgn="base" hangingPunct="0">
              <a:spcBef>
                <a:spcPct val="0"/>
              </a:spcBef>
              <a:spcAft>
                <a:spcPct val="0"/>
              </a:spcAft>
              <a:defRPr sz="1400">
                <a:solidFill>
                  <a:schemeClr val="tx1"/>
                </a:solidFill>
                <a:latin typeface="Helvetica" charset="0"/>
                <a:ea typeface="ＭＳ Ｐゴシック" charset="0"/>
              </a:defRPr>
            </a:lvl6pPr>
            <a:lvl7pPr marL="2971800" indent="-228600" defTabSz="342900" eaLnBrk="0" fontAlgn="base" hangingPunct="0">
              <a:spcBef>
                <a:spcPct val="0"/>
              </a:spcBef>
              <a:spcAft>
                <a:spcPct val="0"/>
              </a:spcAft>
              <a:defRPr sz="1400">
                <a:solidFill>
                  <a:schemeClr val="tx1"/>
                </a:solidFill>
                <a:latin typeface="Helvetica" charset="0"/>
                <a:ea typeface="ＭＳ Ｐゴシック" charset="0"/>
              </a:defRPr>
            </a:lvl7pPr>
            <a:lvl8pPr marL="3429000" indent="-228600" defTabSz="342900" eaLnBrk="0" fontAlgn="base" hangingPunct="0">
              <a:spcBef>
                <a:spcPct val="0"/>
              </a:spcBef>
              <a:spcAft>
                <a:spcPct val="0"/>
              </a:spcAft>
              <a:defRPr sz="1400">
                <a:solidFill>
                  <a:schemeClr val="tx1"/>
                </a:solidFill>
                <a:latin typeface="Helvetica" charset="0"/>
                <a:ea typeface="ＭＳ Ｐゴシック" charset="0"/>
              </a:defRPr>
            </a:lvl8pPr>
            <a:lvl9pPr marL="3886200" indent="-228600" defTabSz="342900" eaLnBrk="0" fontAlgn="base" hangingPunct="0">
              <a:spcBef>
                <a:spcPct val="0"/>
              </a:spcBef>
              <a:spcAft>
                <a:spcPct val="0"/>
              </a:spcAft>
              <a:defRPr sz="1400">
                <a:solidFill>
                  <a:schemeClr val="tx1"/>
                </a:solidFill>
                <a:latin typeface="Helvetica" charset="0"/>
                <a:ea typeface="ＭＳ Ｐゴシック" charset="0"/>
              </a:defRPr>
            </a:lvl9pPr>
          </a:lstStyle>
          <a:p>
            <a:pPr algn="r"/>
            <a:r>
              <a:rPr lang="en-US" sz="1867" dirty="0" err="1">
                <a:solidFill>
                  <a:srgbClr val="FF0000"/>
                </a:solidFill>
                <a:latin typeface="Open Sans" charset="0"/>
              </a:rPr>
              <a:t>git</a:t>
            </a:r>
            <a:r>
              <a:rPr lang="en-US" sz="1867" dirty="0">
                <a:solidFill>
                  <a:srgbClr val="FF0000"/>
                </a:solidFill>
                <a:latin typeface="Open Sans" charset="0"/>
              </a:rPr>
              <a:t> clone</a:t>
            </a:r>
          </a:p>
        </p:txBody>
      </p:sp>
      <p:sp>
        <p:nvSpPr>
          <p:cNvPr id="21" name="TextBox 20"/>
          <p:cNvSpPr txBox="1">
            <a:spLocks noChangeArrowheads="1"/>
          </p:cNvSpPr>
          <p:nvPr/>
        </p:nvSpPr>
        <p:spPr bwMode="auto">
          <a:xfrm>
            <a:off x="1260467" y="1712834"/>
            <a:ext cx="1444131" cy="37965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1400">
                <a:solidFill>
                  <a:schemeClr val="tx1"/>
                </a:solidFill>
                <a:latin typeface="Helvetica" charset="0"/>
                <a:ea typeface="ＭＳ Ｐゴシック" charset="0"/>
                <a:cs typeface="ＭＳ Ｐゴシック" charset="0"/>
              </a:defRPr>
            </a:lvl1pPr>
            <a:lvl2pPr marL="742950" indent="-285750">
              <a:defRPr sz="1400">
                <a:solidFill>
                  <a:schemeClr val="tx1"/>
                </a:solidFill>
                <a:latin typeface="Helvetica" charset="0"/>
                <a:ea typeface="ＭＳ Ｐゴシック" charset="0"/>
              </a:defRPr>
            </a:lvl2pPr>
            <a:lvl3pPr marL="1143000" indent="-228600">
              <a:defRPr sz="1400">
                <a:solidFill>
                  <a:schemeClr val="tx1"/>
                </a:solidFill>
                <a:latin typeface="Helvetica" charset="0"/>
                <a:ea typeface="ＭＳ Ｐゴシック" charset="0"/>
              </a:defRPr>
            </a:lvl3pPr>
            <a:lvl4pPr marL="1600200" indent="-228600">
              <a:defRPr sz="1400">
                <a:solidFill>
                  <a:schemeClr val="tx1"/>
                </a:solidFill>
                <a:latin typeface="Helvetica" charset="0"/>
                <a:ea typeface="ＭＳ Ｐゴシック" charset="0"/>
              </a:defRPr>
            </a:lvl4pPr>
            <a:lvl5pPr marL="2057400" indent="-228600">
              <a:defRPr sz="1400">
                <a:solidFill>
                  <a:schemeClr val="tx1"/>
                </a:solidFill>
                <a:latin typeface="Helvetica" charset="0"/>
                <a:ea typeface="ＭＳ Ｐゴシック" charset="0"/>
              </a:defRPr>
            </a:lvl5pPr>
            <a:lvl6pPr marL="2514600" indent="-228600" defTabSz="342900" eaLnBrk="0" fontAlgn="base" hangingPunct="0">
              <a:spcBef>
                <a:spcPct val="0"/>
              </a:spcBef>
              <a:spcAft>
                <a:spcPct val="0"/>
              </a:spcAft>
              <a:defRPr sz="1400">
                <a:solidFill>
                  <a:schemeClr val="tx1"/>
                </a:solidFill>
                <a:latin typeface="Helvetica" charset="0"/>
                <a:ea typeface="ＭＳ Ｐゴシック" charset="0"/>
              </a:defRPr>
            </a:lvl6pPr>
            <a:lvl7pPr marL="2971800" indent="-228600" defTabSz="342900" eaLnBrk="0" fontAlgn="base" hangingPunct="0">
              <a:spcBef>
                <a:spcPct val="0"/>
              </a:spcBef>
              <a:spcAft>
                <a:spcPct val="0"/>
              </a:spcAft>
              <a:defRPr sz="1400">
                <a:solidFill>
                  <a:schemeClr val="tx1"/>
                </a:solidFill>
                <a:latin typeface="Helvetica" charset="0"/>
                <a:ea typeface="ＭＳ Ｐゴシック" charset="0"/>
              </a:defRPr>
            </a:lvl7pPr>
            <a:lvl8pPr marL="3429000" indent="-228600" defTabSz="342900" eaLnBrk="0" fontAlgn="base" hangingPunct="0">
              <a:spcBef>
                <a:spcPct val="0"/>
              </a:spcBef>
              <a:spcAft>
                <a:spcPct val="0"/>
              </a:spcAft>
              <a:defRPr sz="1400">
                <a:solidFill>
                  <a:schemeClr val="tx1"/>
                </a:solidFill>
                <a:latin typeface="Helvetica" charset="0"/>
                <a:ea typeface="ＭＳ Ｐゴシック" charset="0"/>
              </a:defRPr>
            </a:lvl8pPr>
            <a:lvl9pPr marL="3886200" indent="-228600" defTabSz="342900" eaLnBrk="0" fontAlgn="base" hangingPunct="0">
              <a:spcBef>
                <a:spcPct val="0"/>
              </a:spcBef>
              <a:spcAft>
                <a:spcPct val="0"/>
              </a:spcAft>
              <a:defRPr sz="1400">
                <a:solidFill>
                  <a:schemeClr val="tx1"/>
                </a:solidFill>
                <a:latin typeface="Helvetica" charset="0"/>
                <a:ea typeface="ＭＳ Ｐゴシック" charset="0"/>
              </a:defRPr>
            </a:lvl9pPr>
          </a:lstStyle>
          <a:p>
            <a:pPr algn="r"/>
            <a:r>
              <a:rPr lang="en-US" sz="1867" dirty="0" err="1">
                <a:solidFill>
                  <a:srgbClr val="008000"/>
                </a:solidFill>
                <a:latin typeface="Open Sans" charset="0"/>
              </a:rPr>
              <a:t>git</a:t>
            </a:r>
            <a:r>
              <a:rPr lang="en-US" sz="1867" dirty="0">
                <a:solidFill>
                  <a:srgbClr val="008000"/>
                </a:solidFill>
                <a:latin typeface="Open Sans" charset="0"/>
              </a:rPr>
              <a:t> clone</a:t>
            </a:r>
          </a:p>
        </p:txBody>
      </p:sp>
      <p:sp>
        <p:nvSpPr>
          <p:cNvPr id="22" name="TextBox 21"/>
          <p:cNvSpPr txBox="1">
            <a:spLocks noChangeArrowheads="1"/>
          </p:cNvSpPr>
          <p:nvPr/>
        </p:nvSpPr>
        <p:spPr bwMode="auto">
          <a:xfrm>
            <a:off x="655664" y="2006563"/>
            <a:ext cx="2048933" cy="37965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1400">
                <a:solidFill>
                  <a:schemeClr val="tx1"/>
                </a:solidFill>
                <a:latin typeface="Helvetica" charset="0"/>
                <a:ea typeface="ＭＳ Ｐゴシック" charset="0"/>
                <a:cs typeface="ＭＳ Ｐゴシック" charset="0"/>
              </a:defRPr>
            </a:lvl1pPr>
            <a:lvl2pPr marL="742950" indent="-285750">
              <a:defRPr sz="1400">
                <a:solidFill>
                  <a:schemeClr val="tx1"/>
                </a:solidFill>
                <a:latin typeface="Helvetica" charset="0"/>
                <a:ea typeface="ＭＳ Ｐゴシック" charset="0"/>
              </a:defRPr>
            </a:lvl2pPr>
            <a:lvl3pPr marL="1143000" indent="-228600">
              <a:defRPr sz="1400">
                <a:solidFill>
                  <a:schemeClr val="tx1"/>
                </a:solidFill>
                <a:latin typeface="Helvetica" charset="0"/>
                <a:ea typeface="ＭＳ Ｐゴシック" charset="0"/>
              </a:defRPr>
            </a:lvl3pPr>
            <a:lvl4pPr marL="1600200" indent="-228600">
              <a:defRPr sz="1400">
                <a:solidFill>
                  <a:schemeClr val="tx1"/>
                </a:solidFill>
                <a:latin typeface="Helvetica" charset="0"/>
                <a:ea typeface="ＭＳ Ｐゴシック" charset="0"/>
              </a:defRPr>
            </a:lvl4pPr>
            <a:lvl5pPr marL="2057400" indent="-228600">
              <a:defRPr sz="1400">
                <a:solidFill>
                  <a:schemeClr val="tx1"/>
                </a:solidFill>
                <a:latin typeface="Helvetica" charset="0"/>
                <a:ea typeface="ＭＳ Ｐゴシック" charset="0"/>
              </a:defRPr>
            </a:lvl5pPr>
            <a:lvl6pPr marL="2514600" indent="-228600" defTabSz="342900" eaLnBrk="0" fontAlgn="base" hangingPunct="0">
              <a:spcBef>
                <a:spcPct val="0"/>
              </a:spcBef>
              <a:spcAft>
                <a:spcPct val="0"/>
              </a:spcAft>
              <a:defRPr sz="1400">
                <a:solidFill>
                  <a:schemeClr val="tx1"/>
                </a:solidFill>
                <a:latin typeface="Helvetica" charset="0"/>
                <a:ea typeface="ＭＳ Ｐゴシック" charset="0"/>
              </a:defRPr>
            </a:lvl6pPr>
            <a:lvl7pPr marL="2971800" indent="-228600" defTabSz="342900" eaLnBrk="0" fontAlgn="base" hangingPunct="0">
              <a:spcBef>
                <a:spcPct val="0"/>
              </a:spcBef>
              <a:spcAft>
                <a:spcPct val="0"/>
              </a:spcAft>
              <a:defRPr sz="1400">
                <a:solidFill>
                  <a:schemeClr val="tx1"/>
                </a:solidFill>
                <a:latin typeface="Helvetica" charset="0"/>
                <a:ea typeface="ＭＳ Ｐゴシック" charset="0"/>
              </a:defRPr>
            </a:lvl7pPr>
            <a:lvl8pPr marL="3429000" indent="-228600" defTabSz="342900" eaLnBrk="0" fontAlgn="base" hangingPunct="0">
              <a:spcBef>
                <a:spcPct val="0"/>
              </a:spcBef>
              <a:spcAft>
                <a:spcPct val="0"/>
              </a:spcAft>
              <a:defRPr sz="1400">
                <a:solidFill>
                  <a:schemeClr val="tx1"/>
                </a:solidFill>
                <a:latin typeface="Helvetica" charset="0"/>
                <a:ea typeface="ＭＳ Ｐゴシック" charset="0"/>
              </a:defRPr>
            </a:lvl8pPr>
            <a:lvl9pPr marL="3886200" indent="-228600" defTabSz="342900" eaLnBrk="0" fontAlgn="base" hangingPunct="0">
              <a:spcBef>
                <a:spcPct val="0"/>
              </a:spcBef>
              <a:spcAft>
                <a:spcPct val="0"/>
              </a:spcAft>
              <a:defRPr sz="1400">
                <a:solidFill>
                  <a:schemeClr val="tx1"/>
                </a:solidFill>
                <a:latin typeface="Helvetica" charset="0"/>
                <a:ea typeface="ＭＳ Ｐゴシック" charset="0"/>
              </a:defRPr>
            </a:lvl9pPr>
          </a:lstStyle>
          <a:p>
            <a:pPr algn="r"/>
            <a:r>
              <a:rPr lang="en-US" sz="1867" dirty="0" err="1">
                <a:solidFill>
                  <a:srgbClr val="FF0000"/>
                </a:solidFill>
                <a:latin typeface="Open Sans" charset="0"/>
              </a:rPr>
              <a:t>git</a:t>
            </a:r>
            <a:r>
              <a:rPr lang="en-US" sz="1867" dirty="0">
                <a:solidFill>
                  <a:srgbClr val="FF0000"/>
                </a:solidFill>
                <a:latin typeface="Open Sans" charset="0"/>
              </a:rPr>
              <a:t> clone</a:t>
            </a:r>
          </a:p>
        </p:txBody>
      </p:sp>
      <p:sp>
        <p:nvSpPr>
          <p:cNvPr id="23" name="TextBox 22"/>
          <p:cNvSpPr txBox="1">
            <a:spLocks noChangeArrowheads="1"/>
          </p:cNvSpPr>
          <p:nvPr/>
        </p:nvSpPr>
        <p:spPr bwMode="auto">
          <a:xfrm>
            <a:off x="655664" y="2684848"/>
            <a:ext cx="2048933" cy="37965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1400">
                <a:solidFill>
                  <a:schemeClr val="tx1"/>
                </a:solidFill>
                <a:latin typeface="Helvetica" charset="0"/>
                <a:ea typeface="ＭＳ Ｐゴシック" charset="0"/>
                <a:cs typeface="ＭＳ Ｐゴシック" charset="0"/>
              </a:defRPr>
            </a:lvl1pPr>
            <a:lvl2pPr marL="742950" indent="-285750">
              <a:defRPr sz="1400">
                <a:solidFill>
                  <a:schemeClr val="tx1"/>
                </a:solidFill>
                <a:latin typeface="Helvetica" charset="0"/>
                <a:ea typeface="ＭＳ Ｐゴシック" charset="0"/>
              </a:defRPr>
            </a:lvl2pPr>
            <a:lvl3pPr marL="1143000" indent="-228600">
              <a:defRPr sz="1400">
                <a:solidFill>
                  <a:schemeClr val="tx1"/>
                </a:solidFill>
                <a:latin typeface="Helvetica" charset="0"/>
                <a:ea typeface="ＭＳ Ｐゴシック" charset="0"/>
              </a:defRPr>
            </a:lvl3pPr>
            <a:lvl4pPr marL="1600200" indent="-228600">
              <a:defRPr sz="1400">
                <a:solidFill>
                  <a:schemeClr val="tx1"/>
                </a:solidFill>
                <a:latin typeface="Helvetica" charset="0"/>
                <a:ea typeface="ＭＳ Ｐゴシック" charset="0"/>
              </a:defRPr>
            </a:lvl4pPr>
            <a:lvl5pPr marL="2057400" indent="-228600">
              <a:defRPr sz="1400">
                <a:solidFill>
                  <a:schemeClr val="tx1"/>
                </a:solidFill>
                <a:latin typeface="Helvetica" charset="0"/>
                <a:ea typeface="ＭＳ Ｐゴシック" charset="0"/>
              </a:defRPr>
            </a:lvl5pPr>
            <a:lvl6pPr marL="2514600" indent="-228600" defTabSz="342900" eaLnBrk="0" fontAlgn="base" hangingPunct="0">
              <a:spcBef>
                <a:spcPct val="0"/>
              </a:spcBef>
              <a:spcAft>
                <a:spcPct val="0"/>
              </a:spcAft>
              <a:defRPr sz="1400">
                <a:solidFill>
                  <a:schemeClr val="tx1"/>
                </a:solidFill>
                <a:latin typeface="Helvetica" charset="0"/>
                <a:ea typeface="ＭＳ Ｐゴシック" charset="0"/>
              </a:defRPr>
            </a:lvl6pPr>
            <a:lvl7pPr marL="2971800" indent="-228600" defTabSz="342900" eaLnBrk="0" fontAlgn="base" hangingPunct="0">
              <a:spcBef>
                <a:spcPct val="0"/>
              </a:spcBef>
              <a:spcAft>
                <a:spcPct val="0"/>
              </a:spcAft>
              <a:defRPr sz="1400">
                <a:solidFill>
                  <a:schemeClr val="tx1"/>
                </a:solidFill>
                <a:latin typeface="Helvetica" charset="0"/>
                <a:ea typeface="ＭＳ Ｐゴシック" charset="0"/>
              </a:defRPr>
            </a:lvl7pPr>
            <a:lvl8pPr marL="3429000" indent="-228600" defTabSz="342900" eaLnBrk="0" fontAlgn="base" hangingPunct="0">
              <a:spcBef>
                <a:spcPct val="0"/>
              </a:spcBef>
              <a:spcAft>
                <a:spcPct val="0"/>
              </a:spcAft>
              <a:defRPr sz="1400">
                <a:solidFill>
                  <a:schemeClr val="tx1"/>
                </a:solidFill>
                <a:latin typeface="Helvetica" charset="0"/>
                <a:ea typeface="ＭＳ Ｐゴシック" charset="0"/>
              </a:defRPr>
            </a:lvl8pPr>
            <a:lvl9pPr marL="3886200" indent="-228600" defTabSz="342900" eaLnBrk="0" fontAlgn="base" hangingPunct="0">
              <a:spcBef>
                <a:spcPct val="0"/>
              </a:spcBef>
              <a:spcAft>
                <a:spcPct val="0"/>
              </a:spcAft>
              <a:defRPr sz="1400">
                <a:solidFill>
                  <a:schemeClr val="tx1"/>
                </a:solidFill>
                <a:latin typeface="Helvetica" charset="0"/>
                <a:ea typeface="ＭＳ Ｐゴシック" charset="0"/>
              </a:defRPr>
            </a:lvl9pPr>
          </a:lstStyle>
          <a:p>
            <a:pPr algn="r"/>
            <a:r>
              <a:rPr lang="en-US" sz="1867" dirty="0" err="1">
                <a:solidFill>
                  <a:srgbClr val="BFBFBF"/>
                </a:solidFill>
                <a:latin typeface="Open Sans" charset="0"/>
              </a:rPr>
              <a:t>git</a:t>
            </a:r>
            <a:r>
              <a:rPr lang="en-US" sz="1867" dirty="0">
                <a:solidFill>
                  <a:srgbClr val="BFBFBF"/>
                </a:solidFill>
                <a:latin typeface="Open Sans" charset="0"/>
              </a:rPr>
              <a:t> clone</a:t>
            </a:r>
          </a:p>
        </p:txBody>
      </p:sp>
      <p:sp>
        <p:nvSpPr>
          <p:cNvPr id="24" name="TextBox 23"/>
          <p:cNvSpPr txBox="1">
            <a:spLocks noChangeArrowheads="1"/>
          </p:cNvSpPr>
          <p:nvPr/>
        </p:nvSpPr>
        <p:spPr bwMode="auto">
          <a:xfrm>
            <a:off x="655664" y="3345772"/>
            <a:ext cx="2048933" cy="37965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1400">
                <a:solidFill>
                  <a:schemeClr val="tx1"/>
                </a:solidFill>
                <a:latin typeface="Helvetica" charset="0"/>
                <a:ea typeface="ＭＳ Ｐゴシック" charset="0"/>
                <a:cs typeface="ＭＳ Ｐゴシック" charset="0"/>
              </a:defRPr>
            </a:lvl1pPr>
            <a:lvl2pPr marL="742950" indent="-285750">
              <a:defRPr sz="1400">
                <a:solidFill>
                  <a:schemeClr val="tx1"/>
                </a:solidFill>
                <a:latin typeface="Helvetica" charset="0"/>
                <a:ea typeface="ＭＳ Ｐゴシック" charset="0"/>
              </a:defRPr>
            </a:lvl2pPr>
            <a:lvl3pPr marL="1143000" indent="-228600">
              <a:defRPr sz="1400">
                <a:solidFill>
                  <a:schemeClr val="tx1"/>
                </a:solidFill>
                <a:latin typeface="Helvetica" charset="0"/>
                <a:ea typeface="ＭＳ Ｐゴシック" charset="0"/>
              </a:defRPr>
            </a:lvl3pPr>
            <a:lvl4pPr marL="1600200" indent="-228600">
              <a:defRPr sz="1400">
                <a:solidFill>
                  <a:schemeClr val="tx1"/>
                </a:solidFill>
                <a:latin typeface="Helvetica" charset="0"/>
                <a:ea typeface="ＭＳ Ｐゴシック" charset="0"/>
              </a:defRPr>
            </a:lvl4pPr>
            <a:lvl5pPr marL="2057400" indent="-228600">
              <a:defRPr sz="1400">
                <a:solidFill>
                  <a:schemeClr val="tx1"/>
                </a:solidFill>
                <a:latin typeface="Helvetica" charset="0"/>
                <a:ea typeface="ＭＳ Ｐゴシック" charset="0"/>
              </a:defRPr>
            </a:lvl5pPr>
            <a:lvl6pPr marL="2514600" indent="-228600" defTabSz="342900" eaLnBrk="0" fontAlgn="base" hangingPunct="0">
              <a:spcBef>
                <a:spcPct val="0"/>
              </a:spcBef>
              <a:spcAft>
                <a:spcPct val="0"/>
              </a:spcAft>
              <a:defRPr sz="1400">
                <a:solidFill>
                  <a:schemeClr val="tx1"/>
                </a:solidFill>
                <a:latin typeface="Helvetica" charset="0"/>
                <a:ea typeface="ＭＳ Ｐゴシック" charset="0"/>
              </a:defRPr>
            </a:lvl6pPr>
            <a:lvl7pPr marL="2971800" indent="-228600" defTabSz="342900" eaLnBrk="0" fontAlgn="base" hangingPunct="0">
              <a:spcBef>
                <a:spcPct val="0"/>
              </a:spcBef>
              <a:spcAft>
                <a:spcPct val="0"/>
              </a:spcAft>
              <a:defRPr sz="1400">
                <a:solidFill>
                  <a:schemeClr val="tx1"/>
                </a:solidFill>
                <a:latin typeface="Helvetica" charset="0"/>
                <a:ea typeface="ＭＳ Ｐゴシック" charset="0"/>
              </a:defRPr>
            </a:lvl7pPr>
            <a:lvl8pPr marL="3429000" indent="-228600" defTabSz="342900" eaLnBrk="0" fontAlgn="base" hangingPunct="0">
              <a:spcBef>
                <a:spcPct val="0"/>
              </a:spcBef>
              <a:spcAft>
                <a:spcPct val="0"/>
              </a:spcAft>
              <a:defRPr sz="1400">
                <a:solidFill>
                  <a:schemeClr val="tx1"/>
                </a:solidFill>
                <a:latin typeface="Helvetica" charset="0"/>
                <a:ea typeface="ＭＳ Ｐゴシック" charset="0"/>
              </a:defRPr>
            </a:lvl8pPr>
            <a:lvl9pPr marL="3886200" indent="-228600" defTabSz="342900" eaLnBrk="0" fontAlgn="base" hangingPunct="0">
              <a:spcBef>
                <a:spcPct val="0"/>
              </a:spcBef>
              <a:spcAft>
                <a:spcPct val="0"/>
              </a:spcAft>
              <a:defRPr sz="1400">
                <a:solidFill>
                  <a:schemeClr val="tx1"/>
                </a:solidFill>
                <a:latin typeface="Helvetica" charset="0"/>
                <a:ea typeface="ＭＳ Ｐゴシック" charset="0"/>
              </a:defRPr>
            </a:lvl9pPr>
          </a:lstStyle>
          <a:p>
            <a:pPr algn="r"/>
            <a:r>
              <a:rPr lang="en-US" sz="1867" dirty="0" err="1">
                <a:solidFill>
                  <a:srgbClr val="BFBFBF"/>
                </a:solidFill>
                <a:latin typeface="Open Sans" charset="0"/>
              </a:rPr>
              <a:t>git</a:t>
            </a:r>
            <a:r>
              <a:rPr lang="en-US" sz="1867" dirty="0">
                <a:solidFill>
                  <a:srgbClr val="BFBFBF"/>
                </a:solidFill>
                <a:latin typeface="Open Sans" charset="0"/>
              </a:rPr>
              <a:t> clone</a:t>
            </a:r>
          </a:p>
        </p:txBody>
      </p:sp>
      <p:sp>
        <p:nvSpPr>
          <p:cNvPr id="25" name="TextBox 24"/>
          <p:cNvSpPr txBox="1">
            <a:spLocks noChangeArrowheads="1"/>
          </p:cNvSpPr>
          <p:nvPr/>
        </p:nvSpPr>
        <p:spPr bwMode="auto">
          <a:xfrm>
            <a:off x="655664" y="3007536"/>
            <a:ext cx="2048933" cy="37965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1400">
                <a:solidFill>
                  <a:schemeClr val="tx1"/>
                </a:solidFill>
                <a:latin typeface="Helvetica" charset="0"/>
                <a:ea typeface="ＭＳ Ｐゴシック" charset="0"/>
                <a:cs typeface="ＭＳ Ｐゴシック" charset="0"/>
              </a:defRPr>
            </a:lvl1pPr>
            <a:lvl2pPr marL="742950" indent="-285750">
              <a:defRPr sz="1400">
                <a:solidFill>
                  <a:schemeClr val="tx1"/>
                </a:solidFill>
                <a:latin typeface="Helvetica" charset="0"/>
                <a:ea typeface="ＭＳ Ｐゴシック" charset="0"/>
              </a:defRPr>
            </a:lvl2pPr>
            <a:lvl3pPr marL="1143000" indent="-228600">
              <a:defRPr sz="1400">
                <a:solidFill>
                  <a:schemeClr val="tx1"/>
                </a:solidFill>
                <a:latin typeface="Helvetica" charset="0"/>
                <a:ea typeface="ＭＳ Ｐゴシック" charset="0"/>
              </a:defRPr>
            </a:lvl3pPr>
            <a:lvl4pPr marL="1600200" indent="-228600">
              <a:defRPr sz="1400">
                <a:solidFill>
                  <a:schemeClr val="tx1"/>
                </a:solidFill>
                <a:latin typeface="Helvetica" charset="0"/>
                <a:ea typeface="ＭＳ Ｐゴシック" charset="0"/>
              </a:defRPr>
            </a:lvl4pPr>
            <a:lvl5pPr marL="2057400" indent="-228600">
              <a:defRPr sz="1400">
                <a:solidFill>
                  <a:schemeClr val="tx1"/>
                </a:solidFill>
                <a:latin typeface="Helvetica" charset="0"/>
                <a:ea typeface="ＭＳ Ｐゴシック" charset="0"/>
              </a:defRPr>
            </a:lvl5pPr>
            <a:lvl6pPr marL="2514600" indent="-228600" defTabSz="342900" eaLnBrk="0" fontAlgn="base" hangingPunct="0">
              <a:spcBef>
                <a:spcPct val="0"/>
              </a:spcBef>
              <a:spcAft>
                <a:spcPct val="0"/>
              </a:spcAft>
              <a:defRPr sz="1400">
                <a:solidFill>
                  <a:schemeClr val="tx1"/>
                </a:solidFill>
                <a:latin typeface="Helvetica" charset="0"/>
                <a:ea typeface="ＭＳ Ｐゴシック" charset="0"/>
              </a:defRPr>
            </a:lvl6pPr>
            <a:lvl7pPr marL="2971800" indent="-228600" defTabSz="342900" eaLnBrk="0" fontAlgn="base" hangingPunct="0">
              <a:spcBef>
                <a:spcPct val="0"/>
              </a:spcBef>
              <a:spcAft>
                <a:spcPct val="0"/>
              </a:spcAft>
              <a:defRPr sz="1400">
                <a:solidFill>
                  <a:schemeClr val="tx1"/>
                </a:solidFill>
                <a:latin typeface="Helvetica" charset="0"/>
                <a:ea typeface="ＭＳ Ｐゴシック" charset="0"/>
              </a:defRPr>
            </a:lvl7pPr>
            <a:lvl8pPr marL="3429000" indent="-228600" defTabSz="342900" eaLnBrk="0" fontAlgn="base" hangingPunct="0">
              <a:spcBef>
                <a:spcPct val="0"/>
              </a:spcBef>
              <a:spcAft>
                <a:spcPct val="0"/>
              </a:spcAft>
              <a:defRPr sz="1400">
                <a:solidFill>
                  <a:schemeClr val="tx1"/>
                </a:solidFill>
                <a:latin typeface="Helvetica" charset="0"/>
                <a:ea typeface="ＭＳ Ｐゴシック" charset="0"/>
              </a:defRPr>
            </a:lvl8pPr>
            <a:lvl9pPr marL="3886200" indent="-228600" defTabSz="342900" eaLnBrk="0" fontAlgn="base" hangingPunct="0">
              <a:spcBef>
                <a:spcPct val="0"/>
              </a:spcBef>
              <a:spcAft>
                <a:spcPct val="0"/>
              </a:spcAft>
              <a:defRPr sz="1400">
                <a:solidFill>
                  <a:schemeClr val="tx1"/>
                </a:solidFill>
                <a:latin typeface="Helvetica" charset="0"/>
                <a:ea typeface="ＭＳ Ｐゴシック" charset="0"/>
              </a:defRPr>
            </a:lvl9pPr>
          </a:lstStyle>
          <a:p>
            <a:pPr algn="r"/>
            <a:r>
              <a:rPr lang="en-US" sz="1867" dirty="0" err="1">
                <a:solidFill>
                  <a:srgbClr val="BFBFBF"/>
                </a:solidFill>
                <a:latin typeface="Open Sans" charset="0"/>
              </a:rPr>
              <a:t>git</a:t>
            </a:r>
            <a:r>
              <a:rPr lang="en-US" sz="1867" dirty="0">
                <a:solidFill>
                  <a:srgbClr val="BFBFBF"/>
                </a:solidFill>
                <a:latin typeface="Open Sans" charset="0"/>
              </a:rPr>
              <a:t> clone</a:t>
            </a:r>
          </a:p>
        </p:txBody>
      </p:sp>
      <p:sp>
        <p:nvSpPr>
          <p:cNvPr id="26" name="TextBox 25"/>
          <p:cNvSpPr txBox="1">
            <a:spLocks noChangeArrowheads="1"/>
          </p:cNvSpPr>
          <p:nvPr/>
        </p:nvSpPr>
        <p:spPr bwMode="auto">
          <a:xfrm>
            <a:off x="937580" y="184652"/>
            <a:ext cx="1895525" cy="42056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1400">
                <a:solidFill>
                  <a:schemeClr val="tx1"/>
                </a:solidFill>
                <a:latin typeface="Helvetica" charset="0"/>
                <a:ea typeface="ＭＳ Ｐゴシック" charset="0"/>
                <a:cs typeface="ＭＳ Ｐゴシック" charset="0"/>
              </a:defRPr>
            </a:lvl1pPr>
            <a:lvl2pPr marL="742950" indent="-285750">
              <a:defRPr sz="1400">
                <a:solidFill>
                  <a:schemeClr val="tx1"/>
                </a:solidFill>
                <a:latin typeface="Helvetica" charset="0"/>
                <a:ea typeface="ＭＳ Ｐゴシック" charset="0"/>
              </a:defRPr>
            </a:lvl2pPr>
            <a:lvl3pPr marL="1143000" indent="-228600">
              <a:defRPr sz="1400">
                <a:solidFill>
                  <a:schemeClr val="tx1"/>
                </a:solidFill>
                <a:latin typeface="Helvetica" charset="0"/>
                <a:ea typeface="ＭＳ Ｐゴシック" charset="0"/>
              </a:defRPr>
            </a:lvl3pPr>
            <a:lvl4pPr marL="1600200" indent="-228600">
              <a:defRPr sz="1400">
                <a:solidFill>
                  <a:schemeClr val="tx1"/>
                </a:solidFill>
                <a:latin typeface="Helvetica" charset="0"/>
                <a:ea typeface="ＭＳ Ｐゴシック" charset="0"/>
              </a:defRPr>
            </a:lvl4pPr>
            <a:lvl5pPr marL="2057400" indent="-228600">
              <a:defRPr sz="1400">
                <a:solidFill>
                  <a:schemeClr val="tx1"/>
                </a:solidFill>
                <a:latin typeface="Helvetica" charset="0"/>
                <a:ea typeface="ＭＳ Ｐゴシック" charset="0"/>
              </a:defRPr>
            </a:lvl5pPr>
            <a:lvl6pPr marL="2514600" indent="-228600" defTabSz="342900" eaLnBrk="0" fontAlgn="base" hangingPunct="0">
              <a:spcBef>
                <a:spcPct val="0"/>
              </a:spcBef>
              <a:spcAft>
                <a:spcPct val="0"/>
              </a:spcAft>
              <a:defRPr sz="1400">
                <a:solidFill>
                  <a:schemeClr val="tx1"/>
                </a:solidFill>
                <a:latin typeface="Helvetica" charset="0"/>
                <a:ea typeface="ＭＳ Ｐゴシック" charset="0"/>
              </a:defRPr>
            </a:lvl6pPr>
            <a:lvl7pPr marL="2971800" indent="-228600" defTabSz="342900" eaLnBrk="0" fontAlgn="base" hangingPunct="0">
              <a:spcBef>
                <a:spcPct val="0"/>
              </a:spcBef>
              <a:spcAft>
                <a:spcPct val="0"/>
              </a:spcAft>
              <a:defRPr sz="1400">
                <a:solidFill>
                  <a:schemeClr val="tx1"/>
                </a:solidFill>
                <a:latin typeface="Helvetica" charset="0"/>
                <a:ea typeface="ＭＳ Ｐゴシック" charset="0"/>
              </a:defRPr>
            </a:lvl7pPr>
            <a:lvl8pPr marL="3429000" indent="-228600" defTabSz="342900" eaLnBrk="0" fontAlgn="base" hangingPunct="0">
              <a:spcBef>
                <a:spcPct val="0"/>
              </a:spcBef>
              <a:spcAft>
                <a:spcPct val="0"/>
              </a:spcAft>
              <a:defRPr sz="1400">
                <a:solidFill>
                  <a:schemeClr val="tx1"/>
                </a:solidFill>
                <a:latin typeface="Helvetica" charset="0"/>
                <a:ea typeface="ＭＳ Ｐゴシック" charset="0"/>
              </a:defRPr>
            </a:lvl8pPr>
            <a:lvl9pPr marL="3886200" indent="-228600" defTabSz="342900" eaLnBrk="0" fontAlgn="base" hangingPunct="0">
              <a:spcBef>
                <a:spcPct val="0"/>
              </a:spcBef>
              <a:spcAft>
                <a:spcPct val="0"/>
              </a:spcAft>
              <a:defRPr sz="1400">
                <a:solidFill>
                  <a:schemeClr val="tx1"/>
                </a:solidFill>
                <a:latin typeface="Helvetica" charset="0"/>
                <a:ea typeface="ＭＳ Ｐゴシック" charset="0"/>
              </a:defRPr>
            </a:lvl9pPr>
          </a:lstStyle>
          <a:p>
            <a:r>
              <a:rPr lang="en-US" sz="2133" b="1" dirty="0">
                <a:solidFill>
                  <a:srgbClr val="FF0000"/>
                </a:solidFill>
                <a:latin typeface="Open Sans" charset="0"/>
              </a:rPr>
              <a:t>ssh-keygen</a:t>
            </a:r>
          </a:p>
        </p:txBody>
      </p:sp>
      <p:sp>
        <p:nvSpPr>
          <p:cNvPr id="27" name="TextBox 26"/>
          <p:cNvSpPr txBox="1">
            <a:spLocks noChangeArrowheads="1"/>
          </p:cNvSpPr>
          <p:nvPr/>
        </p:nvSpPr>
        <p:spPr bwMode="auto">
          <a:xfrm>
            <a:off x="2729544" y="562167"/>
            <a:ext cx="1528233" cy="37965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1400">
                <a:solidFill>
                  <a:schemeClr val="tx1"/>
                </a:solidFill>
                <a:latin typeface="Helvetica" charset="0"/>
                <a:ea typeface="ＭＳ Ｐゴシック" charset="0"/>
                <a:cs typeface="ＭＳ Ｐゴシック" charset="0"/>
              </a:defRPr>
            </a:lvl1pPr>
            <a:lvl2pPr marL="742950" indent="-285750">
              <a:defRPr sz="1400">
                <a:solidFill>
                  <a:schemeClr val="tx1"/>
                </a:solidFill>
                <a:latin typeface="Helvetica" charset="0"/>
                <a:ea typeface="ＭＳ Ｐゴシック" charset="0"/>
              </a:defRPr>
            </a:lvl2pPr>
            <a:lvl3pPr marL="1143000" indent="-228600">
              <a:defRPr sz="1400">
                <a:solidFill>
                  <a:schemeClr val="tx1"/>
                </a:solidFill>
                <a:latin typeface="Helvetica" charset="0"/>
                <a:ea typeface="ＭＳ Ｐゴシック" charset="0"/>
              </a:defRPr>
            </a:lvl3pPr>
            <a:lvl4pPr marL="1600200" indent="-228600">
              <a:defRPr sz="1400">
                <a:solidFill>
                  <a:schemeClr val="tx1"/>
                </a:solidFill>
                <a:latin typeface="Helvetica" charset="0"/>
                <a:ea typeface="ＭＳ Ｐゴシック" charset="0"/>
              </a:defRPr>
            </a:lvl4pPr>
            <a:lvl5pPr marL="2057400" indent="-228600">
              <a:defRPr sz="1400">
                <a:solidFill>
                  <a:schemeClr val="tx1"/>
                </a:solidFill>
                <a:latin typeface="Helvetica" charset="0"/>
                <a:ea typeface="ＭＳ Ｐゴシック" charset="0"/>
              </a:defRPr>
            </a:lvl5pPr>
            <a:lvl6pPr marL="2514600" indent="-228600" defTabSz="342900" eaLnBrk="0" fontAlgn="base" hangingPunct="0">
              <a:spcBef>
                <a:spcPct val="0"/>
              </a:spcBef>
              <a:spcAft>
                <a:spcPct val="0"/>
              </a:spcAft>
              <a:defRPr sz="1400">
                <a:solidFill>
                  <a:schemeClr val="tx1"/>
                </a:solidFill>
                <a:latin typeface="Helvetica" charset="0"/>
                <a:ea typeface="ＭＳ Ｐゴシック" charset="0"/>
              </a:defRPr>
            </a:lvl6pPr>
            <a:lvl7pPr marL="2971800" indent="-228600" defTabSz="342900" eaLnBrk="0" fontAlgn="base" hangingPunct="0">
              <a:spcBef>
                <a:spcPct val="0"/>
              </a:spcBef>
              <a:spcAft>
                <a:spcPct val="0"/>
              </a:spcAft>
              <a:defRPr sz="1400">
                <a:solidFill>
                  <a:schemeClr val="tx1"/>
                </a:solidFill>
                <a:latin typeface="Helvetica" charset="0"/>
                <a:ea typeface="ＭＳ Ｐゴシック" charset="0"/>
              </a:defRPr>
            </a:lvl7pPr>
            <a:lvl8pPr marL="3429000" indent="-228600" defTabSz="342900" eaLnBrk="0" fontAlgn="base" hangingPunct="0">
              <a:spcBef>
                <a:spcPct val="0"/>
              </a:spcBef>
              <a:spcAft>
                <a:spcPct val="0"/>
              </a:spcAft>
              <a:defRPr sz="1400">
                <a:solidFill>
                  <a:schemeClr val="tx1"/>
                </a:solidFill>
                <a:latin typeface="Helvetica" charset="0"/>
                <a:ea typeface="ＭＳ Ｐゴシック" charset="0"/>
              </a:defRPr>
            </a:lvl8pPr>
            <a:lvl9pPr marL="3886200" indent="-228600" defTabSz="342900" eaLnBrk="0" fontAlgn="base" hangingPunct="0">
              <a:spcBef>
                <a:spcPct val="0"/>
              </a:spcBef>
              <a:spcAft>
                <a:spcPct val="0"/>
              </a:spcAft>
              <a:defRPr sz="1400">
                <a:solidFill>
                  <a:schemeClr val="tx1"/>
                </a:solidFill>
                <a:latin typeface="Helvetica" charset="0"/>
                <a:ea typeface="ＭＳ Ｐゴシック" charset="0"/>
              </a:defRPr>
            </a:lvl9pPr>
          </a:lstStyle>
          <a:p>
            <a:r>
              <a:rPr lang="en-US" sz="1867" i="1" dirty="0">
                <a:solidFill>
                  <a:srgbClr val="FF0000"/>
                </a:solidFill>
                <a:latin typeface="Open Sans" charset="0"/>
              </a:rPr>
              <a:t>passphrase</a:t>
            </a:r>
          </a:p>
        </p:txBody>
      </p:sp>
      <p:cxnSp>
        <p:nvCxnSpPr>
          <p:cNvPr id="29" name="Straight Arrow Connector 28"/>
          <p:cNvCxnSpPr>
            <a:stCxn id="27" idx="1"/>
          </p:cNvCxnSpPr>
          <p:nvPr/>
        </p:nvCxnSpPr>
        <p:spPr>
          <a:xfrm flipH="1" flipV="1">
            <a:off x="2227253" y="636367"/>
            <a:ext cx="502291" cy="115628"/>
          </a:xfrm>
          <a:prstGeom prst="straightConnector1">
            <a:avLst/>
          </a:prstGeom>
          <a:ln>
            <a:solidFill>
              <a:srgbClr val="FF0000"/>
            </a:solidFill>
            <a:prstDash val="sysDash"/>
            <a:tailEnd type="triangle" w="lg" len="lg"/>
          </a:ln>
          <a:effectLst/>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6157948" y="294667"/>
            <a:ext cx="1884537" cy="1145117"/>
          </a:xfrm>
          <a:prstGeom prst="roundRect">
            <a:avLst/>
          </a:prstGeom>
          <a:solidFill>
            <a:srgbClr val="C0504D"/>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a:lstStyle/>
          <a:p>
            <a:pPr>
              <a:defRPr/>
            </a:pPr>
            <a:r>
              <a:rPr lang="en-US" sz="2133" i="1" dirty="0">
                <a:solidFill>
                  <a:schemeClr val="bg1"/>
                </a:solidFill>
                <a:latin typeface="Open Sans"/>
              </a:rPr>
              <a:t>~/.ssh/</a:t>
            </a:r>
          </a:p>
        </p:txBody>
      </p:sp>
      <p:sp>
        <p:nvSpPr>
          <p:cNvPr id="48" name="TextBox 47"/>
          <p:cNvSpPr txBox="1">
            <a:spLocks noChangeArrowheads="1"/>
          </p:cNvSpPr>
          <p:nvPr/>
        </p:nvSpPr>
        <p:spPr bwMode="auto">
          <a:xfrm>
            <a:off x="7129283" y="2012811"/>
            <a:ext cx="1587791" cy="37965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1400">
                <a:solidFill>
                  <a:schemeClr val="tx1"/>
                </a:solidFill>
                <a:latin typeface="Helvetica" charset="0"/>
                <a:ea typeface="ＭＳ Ｐゴシック" charset="0"/>
                <a:cs typeface="ＭＳ Ｐゴシック" charset="0"/>
              </a:defRPr>
            </a:lvl1pPr>
            <a:lvl2pPr marL="742950" indent="-285750">
              <a:defRPr sz="1400">
                <a:solidFill>
                  <a:schemeClr val="tx1"/>
                </a:solidFill>
                <a:latin typeface="Helvetica" charset="0"/>
                <a:ea typeface="ＭＳ Ｐゴシック" charset="0"/>
              </a:defRPr>
            </a:lvl2pPr>
            <a:lvl3pPr marL="1143000" indent="-228600">
              <a:defRPr sz="1400">
                <a:solidFill>
                  <a:schemeClr val="tx1"/>
                </a:solidFill>
                <a:latin typeface="Helvetica" charset="0"/>
                <a:ea typeface="ＭＳ Ｐゴシック" charset="0"/>
              </a:defRPr>
            </a:lvl3pPr>
            <a:lvl4pPr marL="1600200" indent="-228600">
              <a:defRPr sz="1400">
                <a:solidFill>
                  <a:schemeClr val="tx1"/>
                </a:solidFill>
                <a:latin typeface="Helvetica" charset="0"/>
                <a:ea typeface="ＭＳ Ｐゴシック" charset="0"/>
              </a:defRPr>
            </a:lvl4pPr>
            <a:lvl5pPr marL="2057400" indent="-228600">
              <a:defRPr sz="1400">
                <a:solidFill>
                  <a:schemeClr val="tx1"/>
                </a:solidFill>
                <a:latin typeface="Helvetica" charset="0"/>
                <a:ea typeface="ＭＳ Ｐゴシック" charset="0"/>
              </a:defRPr>
            </a:lvl5pPr>
            <a:lvl6pPr marL="2514600" indent="-228600" defTabSz="342900" eaLnBrk="0" fontAlgn="base" hangingPunct="0">
              <a:spcBef>
                <a:spcPct val="0"/>
              </a:spcBef>
              <a:spcAft>
                <a:spcPct val="0"/>
              </a:spcAft>
              <a:defRPr sz="1400">
                <a:solidFill>
                  <a:schemeClr val="tx1"/>
                </a:solidFill>
                <a:latin typeface="Helvetica" charset="0"/>
                <a:ea typeface="ＭＳ Ｐゴシック" charset="0"/>
              </a:defRPr>
            </a:lvl6pPr>
            <a:lvl7pPr marL="2971800" indent="-228600" defTabSz="342900" eaLnBrk="0" fontAlgn="base" hangingPunct="0">
              <a:spcBef>
                <a:spcPct val="0"/>
              </a:spcBef>
              <a:spcAft>
                <a:spcPct val="0"/>
              </a:spcAft>
              <a:defRPr sz="1400">
                <a:solidFill>
                  <a:schemeClr val="tx1"/>
                </a:solidFill>
                <a:latin typeface="Helvetica" charset="0"/>
                <a:ea typeface="ＭＳ Ｐゴシック" charset="0"/>
              </a:defRPr>
            </a:lvl7pPr>
            <a:lvl8pPr marL="3429000" indent="-228600" defTabSz="342900" eaLnBrk="0" fontAlgn="base" hangingPunct="0">
              <a:spcBef>
                <a:spcPct val="0"/>
              </a:spcBef>
              <a:spcAft>
                <a:spcPct val="0"/>
              </a:spcAft>
              <a:defRPr sz="1400">
                <a:solidFill>
                  <a:schemeClr val="tx1"/>
                </a:solidFill>
                <a:latin typeface="Helvetica" charset="0"/>
                <a:ea typeface="ＭＳ Ｐゴシック" charset="0"/>
              </a:defRPr>
            </a:lvl8pPr>
            <a:lvl9pPr marL="3886200" indent="-228600" defTabSz="342900" eaLnBrk="0" fontAlgn="base" hangingPunct="0">
              <a:spcBef>
                <a:spcPct val="0"/>
              </a:spcBef>
              <a:spcAft>
                <a:spcPct val="0"/>
              </a:spcAft>
              <a:defRPr sz="1400">
                <a:solidFill>
                  <a:schemeClr val="tx1"/>
                </a:solidFill>
                <a:latin typeface="Helvetica" charset="0"/>
                <a:ea typeface="ＭＳ Ｐゴシック" charset="0"/>
              </a:defRPr>
            </a:lvl9pPr>
          </a:lstStyle>
          <a:p>
            <a:r>
              <a:rPr lang="en-US" sz="1867" i="1" dirty="0">
                <a:solidFill>
                  <a:schemeClr val="bg1">
                    <a:lumMod val="50000"/>
                  </a:schemeClr>
                </a:solidFill>
                <a:latin typeface="Open Sans" charset="0"/>
              </a:rPr>
              <a:t>via </a:t>
            </a:r>
            <a:r>
              <a:rPr lang="en-US" sz="1867" i="1">
                <a:solidFill>
                  <a:schemeClr val="bg1">
                    <a:lumMod val="50000"/>
                  </a:schemeClr>
                </a:solidFill>
                <a:latin typeface="Open Sans" charset="0"/>
              </a:rPr>
              <a:t>port 80</a:t>
            </a:r>
            <a:endParaRPr lang="en-US" sz="1867" b="1" i="1" dirty="0">
              <a:solidFill>
                <a:schemeClr val="bg1">
                  <a:lumMod val="50000"/>
                </a:schemeClr>
              </a:solidFill>
              <a:latin typeface="Open Sans" charset="0"/>
            </a:endParaRPr>
          </a:p>
        </p:txBody>
      </p:sp>
      <p:sp>
        <p:nvSpPr>
          <p:cNvPr id="11" name="Rectangle 10"/>
          <p:cNvSpPr>
            <a:spLocks noChangeArrowheads="1"/>
          </p:cNvSpPr>
          <p:nvPr/>
        </p:nvSpPr>
        <p:spPr bwMode="auto">
          <a:xfrm>
            <a:off x="6373847" y="749752"/>
            <a:ext cx="2337061" cy="563033"/>
          </a:xfrm>
          <a:prstGeom prst="rect">
            <a:avLst/>
          </a:prstGeom>
          <a:noFill/>
          <a:ln>
            <a:noFill/>
          </a:ln>
          <a:effectLst>
            <a:outerShdw blurRad="40000" dist="23000" dir="5400000" rotWithShape="0">
              <a:srgbClr val="000000">
                <a:alpha val="34998"/>
              </a:srgbClr>
            </a:outerShdw>
          </a:effectLst>
          <a:extLst/>
        </p:spPr>
        <p:txBody>
          <a:bodyPr anchor="ctr"/>
          <a:lstStyle/>
          <a:p>
            <a:pPr>
              <a:defRPr/>
            </a:pPr>
            <a:r>
              <a:rPr lang="en-US" sz="2400" dirty="0">
                <a:solidFill>
                  <a:schemeClr val="bg1"/>
                </a:solidFill>
                <a:latin typeface="Open Sans"/>
              </a:rPr>
              <a:t>id_rsa</a:t>
            </a:r>
            <a:endParaRPr lang="en-US" sz="2400" b="1" dirty="0">
              <a:solidFill>
                <a:schemeClr val="bg1"/>
              </a:solidFill>
              <a:latin typeface="Open Sans"/>
            </a:endParaRPr>
          </a:p>
          <a:p>
            <a:pPr>
              <a:defRPr/>
            </a:pPr>
            <a:r>
              <a:rPr lang="en-US" sz="2400" dirty="0">
                <a:solidFill>
                  <a:schemeClr val="bg1"/>
                </a:solidFill>
                <a:latin typeface="Open Sans"/>
              </a:rPr>
              <a:t>id_rsa.pub</a:t>
            </a:r>
          </a:p>
        </p:txBody>
      </p:sp>
      <p:sp>
        <p:nvSpPr>
          <p:cNvPr id="38" name="Rounded Rectangle 37"/>
          <p:cNvSpPr/>
          <p:nvPr/>
        </p:nvSpPr>
        <p:spPr>
          <a:xfrm>
            <a:off x="3826313" y="3834929"/>
            <a:ext cx="7084615" cy="2287675"/>
          </a:xfrm>
          <a:prstGeom prst="roundRect">
            <a:avLst/>
          </a:prstGeom>
          <a:solidFill>
            <a:srgbClr val="C0504D"/>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a:lstStyle/>
          <a:p>
            <a:pPr>
              <a:defRPr/>
            </a:pPr>
            <a:r>
              <a:rPr lang="en-US" sz="2133" i="1" dirty="0">
                <a:solidFill>
                  <a:schemeClr val="bg1"/>
                </a:solidFill>
                <a:latin typeface="Open Sans"/>
              </a:rPr>
              <a:t>~/.ssh/</a:t>
            </a:r>
            <a:r>
              <a:rPr lang="en-US" sz="2133" b="1" i="1" dirty="0">
                <a:solidFill>
                  <a:schemeClr val="bg1"/>
                </a:solidFill>
                <a:latin typeface="Open Sans"/>
              </a:rPr>
              <a:t>config</a:t>
            </a:r>
          </a:p>
        </p:txBody>
      </p:sp>
      <p:sp>
        <p:nvSpPr>
          <p:cNvPr id="7" name="Rectangle 6"/>
          <p:cNvSpPr/>
          <p:nvPr/>
        </p:nvSpPr>
        <p:spPr>
          <a:xfrm>
            <a:off x="4141785" y="4451282"/>
            <a:ext cx="6345847" cy="1405256"/>
          </a:xfrm>
          <a:prstGeom prst="rect">
            <a:avLst/>
          </a:prstGeom>
          <a:solidFill>
            <a:schemeClr val="bg1"/>
          </a:solidFill>
        </p:spPr>
        <p:txBody>
          <a:bodyPr wrap="square">
            <a:spAutoFit/>
          </a:bodyPr>
          <a:lstStyle/>
          <a:p>
            <a:r>
              <a:rPr lang="en-US" sz="2133" dirty="0">
                <a:latin typeface="Courier New"/>
                <a:cs typeface="Courier New"/>
              </a:rPr>
              <a:t>Host github.com-</a:t>
            </a:r>
            <a:r>
              <a:rPr lang="en-US" sz="2133" b="1" dirty="0">
                <a:solidFill>
                  <a:srgbClr val="FF0000"/>
                </a:solidFill>
                <a:latin typeface="Courier New"/>
                <a:cs typeface="Courier New"/>
              </a:rPr>
              <a:t>user1</a:t>
            </a:r>
          </a:p>
          <a:p>
            <a:r>
              <a:rPr lang="en-US" sz="2133" dirty="0">
                <a:latin typeface="Courier New"/>
                <a:cs typeface="Courier New"/>
              </a:rPr>
              <a:t>    HostName github.com</a:t>
            </a:r>
          </a:p>
          <a:p>
            <a:r>
              <a:rPr lang="en-US" sz="2133" dirty="0">
                <a:latin typeface="Courier New"/>
                <a:cs typeface="Courier New"/>
              </a:rPr>
              <a:t>    User </a:t>
            </a:r>
            <a:r>
              <a:rPr lang="en-US" sz="2133" dirty="0">
                <a:solidFill>
                  <a:srgbClr val="FF0000"/>
                </a:solidFill>
                <a:latin typeface="Courier New"/>
                <a:cs typeface="Courier New"/>
              </a:rPr>
              <a:t>git</a:t>
            </a:r>
          </a:p>
          <a:p>
            <a:r>
              <a:rPr lang="en-US" sz="2133" dirty="0">
                <a:latin typeface="Courier New"/>
                <a:cs typeface="Courier New"/>
              </a:rPr>
              <a:t>    IdentityFile ~/.ssh/id_rsa</a:t>
            </a:r>
            <a:endParaRPr lang="en-US" sz="2133" b="1" dirty="0">
              <a:latin typeface="Courier New"/>
              <a:cs typeface="Courier New"/>
            </a:endParaRPr>
          </a:p>
        </p:txBody>
      </p:sp>
      <p:sp>
        <p:nvSpPr>
          <p:cNvPr id="36" name="TextBox 35"/>
          <p:cNvSpPr txBox="1">
            <a:spLocks noChangeArrowheads="1"/>
          </p:cNvSpPr>
          <p:nvPr/>
        </p:nvSpPr>
        <p:spPr bwMode="auto">
          <a:xfrm>
            <a:off x="9965781" y="525970"/>
            <a:ext cx="1335747" cy="37965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1400">
                <a:solidFill>
                  <a:schemeClr val="tx1"/>
                </a:solidFill>
                <a:latin typeface="Helvetica" charset="0"/>
                <a:ea typeface="ＭＳ Ｐゴシック" charset="0"/>
                <a:cs typeface="ＭＳ Ｐゴシック" charset="0"/>
              </a:defRPr>
            </a:lvl1pPr>
            <a:lvl2pPr marL="742950" indent="-285750">
              <a:defRPr sz="1400">
                <a:solidFill>
                  <a:schemeClr val="tx1"/>
                </a:solidFill>
                <a:latin typeface="Helvetica" charset="0"/>
                <a:ea typeface="ＭＳ Ｐゴシック" charset="0"/>
              </a:defRPr>
            </a:lvl2pPr>
            <a:lvl3pPr marL="1143000" indent="-228600">
              <a:defRPr sz="1400">
                <a:solidFill>
                  <a:schemeClr val="tx1"/>
                </a:solidFill>
                <a:latin typeface="Helvetica" charset="0"/>
                <a:ea typeface="ＭＳ Ｐゴシック" charset="0"/>
              </a:defRPr>
            </a:lvl3pPr>
            <a:lvl4pPr marL="1600200" indent="-228600">
              <a:defRPr sz="1400">
                <a:solidFill>
                  <a:schemeClr val="tx1"/>
                </a:solidFill>
                <a:latin typeface="Helvetica" charset="0"/>
                <a:ea typeface="ＭＳ Ｐゴシック" charset="0"/>
              </a:defRPr>
            </a:lvl4pPr>
            <a:lvl5pPr marL="2057400" indent="-228600">
              <a:defRPr sz="1400">
                <a:solidFill>
                  <a:schemeClr val="tx1"/>
                </a:solidFill>
                <a:latin typeface="Helvetica" charset="0"/>
                <a:ea typeface="ＭＳ Ｐゴシック" charset="0"/>
              </a:defRPr>
            </a:lvl5pPr>
            <a:lvl6pPr marL="2514600" indent="-228600" defTabSz="342900" eaLnBrk="0" fontAlgn="base" hangingPunct="0">
              <a:spcBef>
                <a:spcPct val="0"/>
              </a:spcBef>
              <a:spcAft>
                <a:spcPct val="0"/>
              </a:spcAft>
              <a:defRPr sz="1400">
                <a:solidFill>
                  <a:schemeClr val="tx1"/>
                </a:solidFill>
                <a:latin typeface="Helvetica" charset="0"/>
                <a:ea typeface="ＭＳ Ｐゴシック" charset="0"/>
              </a:defRPr>
            </a:lvl6pPr>
            <a:lvl7pPr marL="2971800" indent="-228600" defTabSz="342900" eaLnBrk="0" fontAlgn="base" hangingPunct="0">
              <a:spcBef>
                <a:spcPct val="0"/>
              </a:spcBef>
              <a:spcAft>
                <a:spcPct val="0"/>
              </a:spcAft>
              <a:defRPr sz="1400">
                <a:solidFill>
                  <a:schemeClr val="tx1"/>
                </a:solidFill>
                <a:latin typeface="Helvetica" charset="0"/>
                <a:ea typeface="ＭＳ Ｐゴシック" charset="0"/>
              </a:defRPr>
            </a:lvl7pPr>
            <a:lvl8pPr marL="3429000" indent="-228600" defTabSz="342900" eaLnBrk="0" fontAlgn="base" hangingPunct="0">
              <a:spcBef>
                <a:spcPct val="0"/>
              </a:spcBef>
              <a:spcAft>
                <a:spcPct val="0"/>
              </a:spcAft>
              <a:defRPr sz="1400">
                <a:solidFill>
                  <a:schemeClr val="tx1"/>
                </a:solidFill>
                <a:latin typeface="Helvetica" charset="0"/>
                <a:ea typeface="ＭＳ Ｐゴシック" charset="0"/>
              </a:defRPr>
            </a:lvl8pPr>
            <a:lvl9pPr marL="3886200" indent="-228600" defTabSz="342900" eaLnBrk="0" fontAlgn="base" hangingPunct="0">
              <a:spcBef>
                <a:spcPct val="0"/>
              </a:spcBef>
              <a:spcAft>
                <a:spcPct val="0"/>
              </a:spcAft>
              <a:defRPr sz="1400">
                <a:solidFill>
                  <a:schemeClr val="tx1"/>
                </a:solidFill>
                <a:latin typeface="Helvetica" charset="0"/>
                <a:ea typeface="ＭＳ Ｐゴシック" charset="0"/>
              </a:defRPr>
            </a:lvl9pPr>
          </a:lstStyle>
          <a:p>
            <a:pPr algn="r"/>
            <a:r>
              <a:rPr lang="en-US" sz="1867" i="1" dirty="0">
                <a:solidFill>
                  <a:srgbClr val="FF0000"/>
                </a:solidFill>
                <a:latin typeface="Open Sans" charset="0"/>
              </a:rPr>
              <a:t>private key</a:t>
            </a:r>
          </a:p>
        </p:txBody>
      </p:sp>
      <p:cxnSp>
        <p:nvCxnSpPr>
          <p:cNvPr id="40" name="Straight Arrow Connector 39"/>
          <p:cNvCxnSpPr/>
          <p:nvPr/>
        </p:nvCxnSpPr>
        <p:spPr>
          <a:xfrm rot="16200000" flipH="1">
            <a:off x="6855219" y="1358249"/>
            <a:ext cx="4819716" cy="3886336"/>
          </a:xfrm>
          <a:prstGeom prst="bentConnector3">
            <a:avLst>
              <a:gd name="adj1" fmla="val 211"/>
            </a:avLst>
          </a:prstGeom>
          <a:ln>
            <a:solidFill>
              <a:srgbClr val="FF0000"/>
            </a:solidFill>
            <a:prstDash val="sysDash"/>
            <a:tailEnd type="none" w="lg" len="lg"/>
          </a:ln>
          <a:effectLst/>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1113136" y="980839"/>
            <a:ext cx="1616408" cy="391452"/>
          </a:xfrm>
          <a:prstGeom prst="roundRect">
            <a:avLst/>
          </a:prstGeom>
          <a:solidFill>
            <a:srgbClr val="008000"/>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anchor="ctr"/>
          <a:lstStyle/>
          <a:p>
            <a:pPr>
              <a:defRPr/>
            </a:pPr>
            <a:r>
              <a:rPr lang="en-US" sz="2400" i="1" dirty="0" err="1">
                <a:solidFill>
                  <a:schemeClr val="bg1"/>
                </a:solidFill>
                <a:latin typeface="Open Sans" charset="0"/>
                <a:ea typeface="ＭＳ Ｐゴシック" charset="0"/>
              </a:rPr>
              <a:t>PuTTYgen</a:t>
            </a:r>
            <a:endParaRPr lang="en-US" sz="2400" i="1" dirty="0">
              <a:solidFill>
                <a:schemeClr val="bg1"/>
              </a:solidFill>
              <a:latin typeface="Open Sans" charset="0"/>
              <a:ea typeface="ＭＳ Ｐゴシック" charset="0"/>
            </a:endParaRPr>
          </a:p>
        </p:txBody>
      </p:sp>
      <p:sp>
        <p:nvSpPr>
          <p:cNvPr id="42" name="TextBox 41"/>
          <p:cNvSpPr txBox="1">
            <a:spLocks noChangeArrowheads="1"/>
          </p:cNvSpPr>
          <p:nvPr/>
        </p:nvSpPr>
        <p:spPr bwMode="auto">
          <a:xfrm>
            <a:off x="2501511" y="182342"/>
            <a:ext cx="3675244" cy="42056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1400">
                <a:solidFill>
                  <a:schemeClr val="tx1"/>
                </a:solidFill>
                <a:latin typeface="Helvetica" charset="0"/>
                <a:ea typeface="ＭＳ Ｐゴシック" charset="0"/>
                <a:cs typeface="ＭＳ Ｐゴシック" charset="0"/>
              </a:defRPr>
            </a:lvl1pPr>
            <a:lvl2pPr marL="742950" indent="-285750">
              <a:defRPr sz="1400">
                <a:solidFill>
                  <a:schemeClr val="tx1"/>
                </a:solidFill>
                <a:latin typeface="Helvetica" charset="0"/>
                <a:ea typeface="ＭＳ Ｐゴシック" charset="0"/>
              </a:defRPr>
            </a:lvl2pPr>
            <a:lvl3pPr marL="1143000" indent="-228600">
              <a:defRPr sz="1400">
                <a:solidFill>
                  <a:schemeClr val="tx1"/>
                </a:solidFill>
                <a:latin typeface="Helvetica" charset="0"/>
                <a:ea typeface="ＭＳ Ｐゴシック" charset="0"/>
              </a:defRPr>
            </a:lvl3pPr>
            <a:lvl4pPr marL="1600200" indent="-228600">
              <a:defRPr sz="1400">
                <a:solidFill>
                  <a:schemeClr val="tx1"/>
                </a:solidFill>
                <a:latin typeface="Helvetica" charset="0"/>
                <a:ea typeface="ＭＳ Ｐゴシック" charset="0"/>
              </a:defRPr>
            </a:lvl4pPr>
            <a:lvl5pPr marL="2057400" indent="-228600">
              <a:defRPr sz="1400">
                <a:solidFill>
                  <a:schemeClr val="tx1"/>
                </a:solidFill>
                <a:latin typeface="Helvetica" charset="0"/>
                <a:ea typeface="ＭＳ Ｐゴシック" charset="0"/>
              </a:defRPr>
            </a:lvl5pPr>
            <a:lvl6pPr marL="2514600" indent="-228600" defTabSz="342900" eaLnBrk="0" fontAlgn="base" hangingPunct="0">
              <a:spcBef>
                <a:spcPct val="0"/>
              </a:spcBef>
              <a:spcAft>
                <a:spcPct val="0"/>
              </a:spcAft>
              <a:defRPr sz="1400">
                <a:solidFill>
                  <a:schemeClr val="tx1"/>
                </a:solidFill>
                <a:latin typeface="Helvetica" charset="0"/>
                <a:ea typeface="ＭＳ Ｐゴシック" charset="0"/>
              </a:defRPr>
            </a:lvl6pPr>
            <a:lvl7pPr marL="2971800" indent="-228600" defTabSz="342900" eaLnBrk="0" fontAlgn="base" hangingPunct="0">
              <a:spcBef>
                <a:spcPct val="0"/>
              </a:spcBef>
              <a:spcAft>
                <a:spcPct val="0"/>
              </a:spcAft>
              <a:defRPr sz="1400">
                <a:solidFill>
                  <a:schemeClr val="tx1"/>
                </a:solidFill>
                <a:latin typeface="Helvetica" charset="0"/>
                <a:ea typeface="ＭＳ Ｐゴシック" charset="0"/>
              </a:defRPr>
            </a:lvl7pPr>
            <a:lvl8pPr marL="3429000" indent="-228600" defTabSz="342900" eaLnBrk="0" fontAlgn="base" hangingPunct="0">
              <a:spcBef>
                <a:spcPct val="0"/>
              </a:spcBef>
              <a:spcAft>
                <a:spcPct val="0"/>
              </a:spcAft>
              <a:defRPr sz="1400">
                <a:solidFill>
                  <a:schemeClr val="tx1"/>
                </a:solidFill>
                <a:latin typeface="Helvetica" charset="0"/>
                <a:ea typeface="ＭＳ Ｐゴシック" charset="0"/>
              </a:defRPr>
            </a:lvl8pPr>
            <a:lvl9pPr marL="3886200" indent="-228600" defTabSz="342900" eaLnBrk="0" fontAlgn="base" hangingPunct="0">
              <a:spcBef>
                <a:spcPct val="0"/>
              </a:spcBef>
              <a:spcAft>
                <a:spcPct val="0"/>
              </a:spcAft>
              <a:defRPr sz="1400">
                <a:solidFill>
                  <a:schemeClr val="tx1"/>
                </a:solidFill>
                <a:latin typeface="Helvetica" charset="0"/>
                <a:ea typeface="ＭＳ Ｐゴシック" charset="0"/>
              </a:defRPr>
            </a:lvl9pPr>
          </a:lstStyle>
          <a:p>
            <a:pPr algn="r"/>
            <a:r>
              <a:rPr lang="en-US" sz="2133" dirty="0">
                <a:solidFill>
                  <a:srgbClr val="FF0000"/>
                </a:solidFill>
                <a:latin typeface="Open Sans" charset="0"/>
              </a:rPr>
              <a:t>–t rsa –C"user1@corp.com"</a:t>
            </a:r>
          </a:p>
        </p:txBody>
      </p:sp>
      <p:cxnSp>
        <p:nvCxnSpPr>
          <p:cNvPr id="43" name="Straight Arrow Connector 32"/>
          <p:cNvCxnSpPr/>
          <p:nvPr/>
        </p:nvCxnSpPr>
        <p:spPr>
          <a:xfrm flipV="1">
            <a:off x="7541356" y="611898"/>
            <a:ext cx="1477437" cy="279669"/>
          </a:xfrm>
          <a:prstGeom prst="straightConnector1">
            <a:avLst/>
          </a:prstGeom>
          <a:ln>
            <a:solidFill>
              <a:srgbClr val="FF0000"/>
            </a:solidFill>
            <a:prstDash val="solid"/>
            <a:tailEnd type="triangle" w="lg" len="lg"/>
          </a:ln>
          <a:effectLst/>
        </p:spPr>
        <p:style>
          <a:lnRef idx="2">
            <a:schemeClr val="accent1"/>
          </a:lnRef>
          <a:fillRef idx="0">
            <a:schemeClr val="accent1"/>
          </a:fillRef>
          <a:effectRef idx="1">
            <a:schemeClr val="accent1"/>
          </a:effectRef>
          <a:fontRef idx="minor">
            <a:schemeClr val="tx1"/>
          </a:fontRef>
        </p:style>
      </p:cxnSp>
      <p:cxnSp>
        <p:nvCxnSpPr>
          <p:cNvPr id="64" name="Straight Arrow Connector 39"/>
          <p:cNvCxnSpPr/>
          <p:nvPr/>
        </p:nvCxnSpPr>
        <p:spPr>
          <a:xfrm rot="10800000">
            <a:off x="9223475" y="5694341"/>
            <a:ext cx="1984772" cy="16937"/>
          </a:xfrm>
          <a:prstGeom prst="bentConnector3">
            <a:avLst>
              <a:gd name="adj1" fmla="val 50000"/>
            </a:avLst>
          </a:prstGeom>
          <a:ln>
            <a:solidFill>
              <a:srgbClr val="FF0000"/>
            </a:solidFill>
            <a:prstDash val="sysDash"/>
            <a:tailEnd type="triangle" w="lg" len="lg"/>
          </a:ln>
          <a:effectLst/>
        </p:spPr>
        <p:style>
          <a:lnRef idx="2">
            <a:schemeClr val="accent1"/>
          </a:lnRef>
          <a:fillRef idx="0">
            <a:schemeClr val="accent1"/>
          </a:fillRef>
          <a:effectRef idx="1">
            <a:schemeClr val="accent1"/>
          </a:effectRef>
          <a:fontRef idx="minor">
            <a:schemeClr val="tx1"/>
          </a:fontRef>
        </p:style>
      </p:cxnSp>
      <p:cxnSp>
        <p:nvCxnSpPr>
          <p:cNvPr id="32" name="Straight Arrow Connector 31"/>
          <p:cNvCxnSpPr/>
          <p:nvPr/>
        </p:nvCxnSpPr>
        <p:spPr>
          <a:xfrm flipH="1" flipV="1">
            <a:off x="5530574" y="2729615"/>
            <a:ext cx="1370100" cy="1842387"/>
          </a:xfrm>
          <a:prstGeom prst="straightConnector1">
            <a:avLst/>
          </a:prstGeom>
          <a:ln>
            <a:solidFill>
              <a:srgbClr val="FF0000"/>
            </a:solidFill>
            <a:prstDash val="sysDash"/>
            <a:tailEnd type="triangle" w="lg" len="lg"/>
          </a:ln>
          <a:effectLst/>
        </p:spPr>
        <p:style>
          <a:lnRef idx="2">
            <a:schemeClr val="accent1"/>
          </a:lnRef>
          <a:fillRef idx="0">
            <a:schemeClr val="accent1"/>
          </a:fillRef>
          <a:effectRef idx="1">
            <a:schemeClr val="accent1"/>
          </a:effectRef>
          <a:fontRef idx="minor">
            <a:schemeClr val="tx1"/>
          </a:fontRef>
        </p:style>
      </p:cxnSp>
      <p:sp>
        <p:nvSpPr>
          <p:cNvPr id="70" name="Rounded Rectangle 69"/>
          <p:cNvSpPr/>
          <p:nvPr/>
        </p:nvSpPr>
        <p:spPr>
          <a:xfrm>
            <a:off x="9874869" y="1380804"/>
            <a:ext cx="992483" cy="1019923"/>
          </a:xfrm>
          <a:prstGeom prst="round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anchor="t"/>
          <a:lstStyle/>
          <a:p>
            <a:pPr algn="ctr">
              <a:defRPr/>
            </a:pPr>
            <a:r>
              <a:rPr lang="en-US" sz="2400" i="1" dirty="0">
                <a:solidFill>
                  <a:schemeClr val="tx1"/>
                </a:solidFill>
                <a:latin typeface="Open Sans" charset="0"/>
                <a:ea typeface="ＭＳ Ｐゴシック" charset="0"/>
              </a:rPr>
              <a:t>SSH public</a:t>
            </a:r>
          </a:p>
          <a:p>
            <a:pPr algn="ctr">
              <a:defRPr/>
            </a:pPr>
            <a:r>
              <a:rPr lang="en-US" sz="2400" i="1" dirty="0">
                <a:solidFill>
                  <a:schemeClr val="tx1"/>
                </a:solidFill>
                <a:latin typeface="Open Sans" charset="0"/>
                <a:ea typeface="ＭＳ Ｐゴシック" charset="0"/>
              </a:rPr>
              <a:t>key</a:t>
            </a:r>
          </a:p>
          <a:p>
            <a:pPr algn="ctr">
              <a:defRPr/>
            </a:pPr>
            <a:endParaRPr lang="en-US" sz="2400" i="1" dirty="0">
              <a:solidFill>
                <a:schemeClr val="tx1"/>
              </a:solidFill>
              <a:latin typeface="Open Sans" charset="0"/>
              <a:ea typeface="ＭＳ Ｐゴシック" charset="0"/>
            </a:endParaRPr>
          </a:p>
        </p:txBody>
      </p:sp>
      <p:cxnSp>
        <p:nvCxnSpPr>
          <p:cNvPr id="75" name="Straight Arrow Connector 74"/>
          <p:cNvCxnSpPr>
            <a:cxnSpLocks noChangeShapeType="1"/>
          </p:cNvCxnSpPr>
          <p:nvPr/>
        </p:nvCxnSpPr>
        <p:spPr bwMode="auto">
          <a:xfrm>
            <a:off x="8710908" y="2198967"/>
            <a:ext cx="944101" cy="0"/>
          </a:xfrm>
          <a:prstGeom prst="straightConnector1">
            <a:avLst/>
          </a:prstGeom>
          <a:noFill/>
          <a:ln w="38100">
            <a:solidFill>
              <a:srgbClr val="FF0000"/>
            </a:solidFill>
            <a:round/>
            <a:headEnd/>
            <a:tailEnd type="triangle" w="lg" len="lg"/>
          </a:ln>
          <a:effectLst>
            <a:outerShdw blurRad="40000" dist="20000" dir="5400000" rotWithShape="0">
              <a:srgbClr val="000000">
                <a:alpha val="37999"/>
              </a:srgbClr>
            </a:outerShdw>
          </a:effectLst>
          <a:extLst>
            <a:ext uri="{909E8E84-426E-40dd-AFC4-6F175D3DCCD1}">
              <a14:hiddenFill xmlns:a14="http://schemas.microsoft.com/office/drawing/2010/main" xmlns="">
                <a:noFill/>
              </a14:hiddenFill>
            </a:ext>
          </a:extLst>
        </p:spPr>
      </p:cxnSp>
      <p:sp>
        <p:nvSpPr>
          <p:cNvPr id="45" name="TextBox 44"/>
          <p:cNvSpPr txBox="1">
            <a:spLocks noChangeArrowheads="1"/>
          </p:cNvSpPr>
          <p:nvPr/>
        </p:nvSpPr>
        <p:spPr bwMode="auto">
          <a:xfrm>
            <a:off x="7969383" y="980839"/>
            <a:ext cx="1113079" cy="6669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1400">
                <a:solidFill>
                  <a:schemeClr val="tx1"/>
                </a:solidFill>
                <a:latin typeface="Helvetica" charset="0"/>
                <a:ea typeface="ＭＳ Ｐゴシック" charset="0"/>
                <a:cs typeface="ＭＳ Ｐゴシック" charset="0"/>
              </a:defRPr>
            </a:lvl1pPr>
            <a:lvl2pPr marL="742950" indent="-285750">
              <a:defRPr sz="1400">
                <a:solidFill>
                  <a:schemeClr val="tx1"/>
                </a:solidFill>
                <a:latin typeface="Helvetica" charset="0"/>
                <a:ea typeface="ＭＳ Ｐゴシック" charset="0"/>
              </a:defRPr>
            </a:lvl2pPr>
            <a:lvl3pPr marL="1143000" indent="-228600">
              <a:defRPr sz="1400">
                <a:solidFill>
                  <a:schemeClr val="tx1"/>
                </a:solidFill>
                <a:latin typeface="Helvetica" charset="0"/>
                <a:ea typeface="ＭＳ Ｐゴシック" charset="0"/>
              </a:defRPr>
            </a:lvl3pPr>
            <a:lvl4pPr marL="1600200" indent="-228600">
              <a:defRPr sz="1400">
                <a:solidFill>
                  <a:schemeClr val="tx1"/>
                </a:solidFill>
                <a:latin typeface="Helvetica" charset="0"/>
                <a:ea typeface="ＭＳ Ｐゴシック" charset="0"/>
              </a:defRPr>
            </a:lvl4pPr>
            <a:lvl5pPr marL="2057400" indent="-228600">
              <a:defRPr sz="1400">
                <a:solidFill>
                  <a:schemeClr val="tx1"/>
                </a:solidFill>
                <a:latin typeface="Helvetica" charset="0"/>
                <a:ea typeface="ＭＳ Ｐゴシック" charset="0"/>
              </a:defRPr>
            </a:lvl5pPr>
            <a:lvl6pPr marL="2514600" indent="-228600" defTabSz="342900" eaLnBrk="0" fontAlgn="base" hangingPunct="0">
              <a:spcBef>
                <a:spcPct val="0"/>
              </a:spcBef>
              <a:spcAft>
                <a:spcPct val="0"/>
              </a:spcAft>
              <a:defRPr sz="1400">
                <a:solidFill>
                  <a:schemeClr val="tx1"/>
                </a:solidFill>
                <a:latin typeface="Helvetica" charset="0"/>
                <a:ea typeface="ＭＳ Ｐゴシック" charset="0"/>
              </a:defRPr>
            </a:lvl6pPr>
            <a:lvl7pPr marL="2971800" indent="-228600" defTabSz="342900" eaLnBrk="0" fontAlgn="base" hangingPunct="0">
              <a:spcBef>
                <a:spcPct val="0"/>
              </a:spcBef>
              <a:spcAft>
                <a:spcPct val="0"/>
              </a:spcAft>
              <a:defRPr sz="1400">
                <a:solidFill>
                  <a:schemeClr val="tx1"/>
                </a:solidFill>
                <a:latin typeface="Helvetica" charset="0"/>
                <a:ea typeface="ＭＳ Ｐゴシック" charset="0"/>
              </a:defRPr>
            </a:lvl7pPr>
            <a:lvl8pPr marL="3429000" indent="-228600" defTabSz="342900" eaLnBrk="0" fontAlgn="base" hangingPunct="0">
              <a:spcBef>
                <a:spcPct val="0"/>
              </a:spcBef>
              <a:spcAft>
                <a:spcPct val="0"/>
              </a:spcAft>
              <a:defRPr sz="1400">
                <a:solidFill>
                  <a:schemeClr val="tx1"/>
                </a:solidFill>
                <a:latin typeface="Helvetica" charset="0"/>
                <a:ea typeface="ＭＳ Ｐゴシック" charset="0"/>
              </a:defRPr>
            </a:lvl8pPr>
            <a:lvl9pPr marL="3886200" indent="-228600" defTabSz="342900" eaLnBrk="0" fontAlgn="base" hangingPunct="0">
              <a:spcBef>
                <a:spcPct val="0"/>
              </a:spcBef>
              <a:spcAft>
                <a:spcPct val="0"/>
              </a:spcAft>
              <a:defRPr sz="1400">
                <a:solidFill>
                  <a:schemeClr val="tx1"/>
                </a:solidFill>
                <a:latin typeface="Helvetica" charset="0"/>
                <a:ea typeface="ＭＳ Ｐゴシック" charset="0"/>
              </a:defRPr>
            </a:lvl9pPr>
          </a:lstStyle>
          <a:p>
            <a:r>
              <a:rPr lang="en-US" sz="1867" i="1" dirty="0" err="1">
                <a:solidFill>
                  <a:srgbClr val="FF0000"/>
                </a:solidFill>
                <a:latin typeface="Open Sans" charset="0"/>
              </a:rPr>
              <a:t>pbcopy</a:t>
            </a:r>
            <a:r>
              <a:rPr lang="en-US" sz="1867" i="1" dirty="0">
                <a:solidFill>
                  <a:srgbClr val="FF0000"/>
                </a:solidFill>
                <a:latin typeface="Open Sans" charset="0"/>
              </a:rPr>
              <a:t> or paste</a:t>
            </a:r>
          </a:p>
        </p:txBody>
      </p:sp>
      <p:sp>
        <p:nvSpPr>
          <p:cNvPr id="56" name="TextBox 55"/>
          <p:cNvSpPr txBox="1"/>
          <p:nvPr/>
        </p:nvSpPr>
        <p:spPr>
          <a:xfrm>
            <a:off x="2446195" y="5525063"/>
            <a:ext cx="1420582" cy="415498"/>
          </a:xfrm>
          <a:prstGeom prst="rect">
            <a:avLst/>
          </a:prstGeom>
          <a:noFill/>
        </p:spPr>
        <p:txBody>
          <a:bodyPr wrap="none">
            <a:spAutoFit/>
          </a:bodyPr>
          <a:lstStyle/>
          <a:p>
            <a:pPr algn="r">
              <a:defRPr/>
            </a:pPr>
            <a:r>
              <a:rPr lang="en-US" sz="700" dirty="0">
                <a:solidFill>
                  <a:srgbClr val="BFBFBF"/>
                </a:solidFill>
                <a:latin typeface="Open Sans"/>
              </a:rPr>
              <a:t>git-protocols-v03.pptx </a:t>
            </a:r>
          </a:p>
          <a:p>
            <a:pPr algn="r">
              <a:defRPr/>
            </a:pPr>
            <a:r>
              <a:rPr lang="en-US" sz="700" dirty="0">
                <a:solidFill>
                  <a:srgbClr val="BFBFBF"/>
                </a:solidFill>
                <a:latin typeface="Open Sans"/>
              </a:rPr>
              <a:t>@Copyright Wilson Mar 2016.</a:t>
            </a:r>
          </a:p>
          <a:p>
            <a:pPr algn="r">
              <a:defRPr/>
            </a:pPr>
            <a:r>
              <a:rPr lang="en-US" sz="700" dirty="0">
                <a:solidFill>
                  <a:srgbClr val="BFBFBF"/>
                </a:solidFill>
                <a:latin typeface="Open Sans"/>
              </a:rPr>
              <a:t>All rights reserved.</a:t>
            </a:r>
          </a:p>
        </p:txBody>
      </p:sp>
      <p:sp>
        <p:nvSpPr>
          <p:cNvPr id="44" name="Rounded Rectangle 43"/>
          <p:cNvSpPr/>
          <p:nvPr/>
        </p:nvSpPr>
        <p:spPr>
          <a:xfrm>
            <a:off x="4557075" y="1206707"/>
            <a:ext cx="1508676" cy="468704"/>
          </a:xfrm>
          <a:prstGeom prst="roundRect">
            <a:avLst/>
          </a:prstGeom>
          <a:solidFill>
            <a:srgbClr val="C0504D"/>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a:lstStyle/>
          <a:p>
            <a:pPr>
              <a:defRPr/>
            </a:pPr>
            <a:r>
              <a:rPr lang="en-US" sz="2133" i="1">
                <a:solidFill>
                  <a:schemeClr val="bg1"/>
                </a:solidFill>
                <a:latin typeface="Open Sans"/>
              </a:rPr>
              <a:t>Clipboard</a:t>
            </a:r>
            <a:endParaRPr lang="en-US" sz="2133" i="1" dirty="0">
              <a:solidFill>
                <a:schemeClr val="bg1"/>
              </a:solidFill>
              <a:latin typeface="Open Sans"/>
            </a:endParaRPr>
          </a:p>
        </p:txBody>
      </p:sp>
      <p:cxnSp>
        <p:nvCxnSpPr>
          <p:cNvPr id="46" name="Straight Arrow Connector 45"/>
          <p:cNvCxnSpPr>
            <a:stCxn id="37" idx="1"/>
            <a:endCxn id="44" idx="0"/>
          </p:cNvCxnSpPr>
          <p:nvPr/>
        </p:nvCxnSpPr>
        <p:spPr>
          <a:xfrm flipH="1">
            <a:off x="5311414" y="867226"/>
            <a:ext cx="846533" cy="339481"/>
          </a:xfrm>
          <a:prstGeom prst="straightConnector1">
            <a:avLst/>
          </a:prstGeom>
          <a:ln>
            <a:solidFill>
              <a:srgbClr val="FF0000"/>
            </a:solidFill>
            <a:prstDash val="sysDash"/>
            <a:tailEnd type="triangle" w="lg" len="lg"/>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60770213"/>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9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97"/>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9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94"/>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95"/>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96"/>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99"/>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3"/>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4"/>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5"/>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41"/>
                                        </p:tgtEl>
                                        <p:attrNameLst>
                                          <p:attrName>style.visibility</p:attrName>
                                        </p:attrNameLst>
                                      </p:cBhvr>
                                      <p:to>
                                        <p:strVal val="visible"/>
                                      </p:to>
                                    </p:set>
                                  </p:childTnLst>
                                </p:cTn>
                              </p:par>
                            </p:childTnLst>
                          </p:cTn>
                        </p:par>
                      </p:childTnLst>
                    </p:cTn>
                  </p:par>
                  <p:par>
                    <p:cTn id="67" fill="hold" nodeType="clickPar">
                      <p:stCondLst>
                        <p:cond delay="indefinite"/>
                      </p:stCondLst>
                      <p:childTnLst>
                        <p:par>
                          <p:cTn id="68" fill="hold" nodeType="withGroup">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26"/>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4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27"/>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29"/>
                                        </p:tgtEl>
                                        <p:attrNameLst>
                                          <p:attrName>style.visibility</p:attrName>
                                        </p:attrNameLst>
                                      </p:cBhvr>
                                      <p:to>
                                        <p:strVal val="visible"/>
                                      </p:to>
                                    </p:set>
                                  </p:childTnLst>
                                </p:cTn>
                              </p:par>
                            </p:childTnLst>
                          </p:cTn>
                        </p:par>
                      </p:childTnLst>
                    </p:cTn>
                  </p:par>
                  <p:par>
                    <p:cTn id="81" fill="hold" nodeType="clickPar">
                      <p:stCondLst>
                        <p:cond delay="indefinite"/>
                      </p:stCondLst>
                      <p:childTnLst>
                        <p:par>
                          <p:cTn id="82" fill="hold" nodeType="withGroup">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37"/>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11"/>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36"/>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43"/>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38"/>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40"/>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64"/>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7"/>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32"/>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44"/>
                                        </p:tgtEl>
                                        <p:attrNameLst>
                                          <p:attrName>style.visibility</p:attrName>
                                        </p:attrNameLst>
                                      </p:cBhvr>
                                      <p:to>
                                        <p:strVal val="visible"/>
                                      </p:to>
                                    </p:set>
                                  </p:childTnLst>
                                </p:cTn>
                              </p:par>
                              <p:par>
                                <p:cTn id="115" presetID="1" presetClass="entr" presetSubtype="0" fill="hold" nodeType="withEffect">
                                  <p:stCondLst>
                                    <p:cond delay="0"/>
                                  </p:stCondLst>
                                  <p:childTnLst>
                                    <p:set>
                                      <p:cBhvr>
                                        <p:cTn id="116"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67" grpId="0"/>
      <p:bldP spid="71" grpId="0"/>
      <p:bldP spid="92" grpId="0"/>
      <p:bldP spid="93" grpId="0"/>
      <p:bldP spid="94" grpId="0"/>
      <p:bldP spid="95" grpId="0"/>
      <p:bldP spid="96" grpId="0"/>
      <p:bldP spid="97" grpId="0"/>
      <p:bldP spid="98" grpId="0"/>
      <p:bldP spid="99" grpId="0"/>
      <p:bldP spid="20" grpId="0"/>
      <p:bldP spid="21" grpId="0"/>
      <p:bldP spid="22" grpId="0"/>
      <p:bldP spid="23" grpId="0"/>
      <p:bldP spid="24" grpId="0"/>
      <p:bldP spid="25" grpId="0"/>
      <p:bldP spid="26" grpId="0"/>
      <p:bldP spid="27" grpId="0"/>
      <p:bldP spid="37" grpId="0" animBg="1"/>
      <p:bldP spid="48" grpId="0"/>
      <p:bldP spid="11" grpId="0"/>
      <p:bldP spid="38" grpId="0" animBg="1"/>
      <p:bldP spid="7" grpId="0" animBg="1"/>
      <p:bldP spid="36" grpId="0"/>
      <p:bldP spid="41" grpId="0" animBg="1"/>
      <p:bldP spid="42" grpId="0"/>
      <p:bldP spid="70" grpId="0" animBg="1"/>
      <p:bldP spid="45" grpId="0"/>
      <p:bldP spid="44"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4AA8AB3E-006B-AE4D-8B45-7B335DEDB2E5}"/>
              </a:ext>
            </a:extLst>
          </p:cNvPr>
          <p:cNvSpPr txBox="1">
            <a:spLocks/>
          </p:cNvSpPr>
          <p:nvPr/>
        </p:nvSpPr>
        <p:spPr>
          <a:xfrm>
            <a:off x="833432" y="360357"/>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n-US" dirty="0"/>
              <a:t>Concept </a:t>
            </a:r>
            <a:br>
              <a:rPr lang="en-US" dirty="0"/>
            </a:br>
            <a:r>
              <a:rPr lang="en-US" dirty="0"/>
              <a:t>map</a:t>
            </a:r>
          </a:p>
        </p:txBody>
      </p:sp>
      <p:pic>
        <p:nvPicPr>
          <p:cNvPr id="2" name="Picture 1">
            <a:extLst>
              <a:ext uri="{FF2B5EF4-FFF2-40B4-BE49-F238E27FC236}">
                <a16:creationId xmlns:a16="http://schemas.microsoft.com/office/drawing/2014/main" id="{57F61931-B0DA-3740-9482-B914FE409825}"/>
              </a:ext>
            </a:extLst>
          </p:cNvPr>
          <p:cNvPicPr>
            <a:picLocks noChangeAspect="1"/>
          </p:cNvPicPr>
          <p:nvPr/>
        </p:nvPicPr>
        <p:blipFill>
          <a:blip r:embed="rId3"/>
          <a:stretch>
            <a:fillRect/>
          </a:stretch>
        </p:blipFill>
        <p:spPr>
          <a:xfrm>
            <a:off x="4045058" y="0"/>
            <a:ext cx="8146942" cy="6556614"/>
          </a:xfrm>
          <a:prstGeom prst="rect">
            <a:avLst/>
          </a:prstGeom>
        </p:spPr>
      </p:pic>
      <p:sp>
        <p:nvSpPr>
          <p:cNvPr id="3" name="Rectangle 2">
            <a:extLst>
              <a:ext uri="{FF2B5EF4-FFF2-40B4-BE49-F238E27FC236}">
                <a16:creationId xmlns:a16="http://schemas.microsoft.com/office/drawing/2014/main" id="{AFF1B4B9-7D9D-7C4F-A935-F28284F46291}"/>
              </a:ext>
            </a:extLst>
          </p:cNvPr>
          <p:cNvSpPr/>
          <p:nvPr/>
        </p:nvSpPr>
        <p:spPr>
          <a:xfrm>
            <a:off x="0" y="6488668"/>
            <a:ext cx="3424335" cy="261610"/>
          </a:xfrm>
          <a:prstGeom prst="rect">
            <a:avLst/>
          </a:prstGeom>
        </p:spPr>
        <p:txBody>
          <a:bodyPr wrap="none">
            <a:spAutoFit/>
          </a:bodyPr>
          <a:lstStyle/>
          <a:p>
            <a:r>
              <a:rPr lang="en-US" sz="1100" dirty="0"/>
              <a:t>From https://</a:t>
            </a:r>
            <a:r>
              <a:rPr lang="en-US" sz="1100" dirty="0" err="1"/>
              <a:t>github.com</a:t>
            </a:r>
            <a:r>
              <a:rPr lang="en-US" sz="1100" dirty="0"/>
              <a:t>/</a:t>
            </a:r>
            <a:r>
              <a:rPr lang="en-US" sz="1100" dirty="0" err="1"/>
              <a:t>datacamp</a:t>
            </a:r>
            <a:r>
              <a:rPr lang="en-US" sz="1100" dirty="0"/>
              <a:t>/courses-intro-to-git</a:t>
            </a:r>
          </a:p>
        </p:txBody>
      </p:sp>
    </p:spTree>
    <p:extLst>
      <p:ext uri="{BB962C8B-B14F-4D97-AF65-F5344CB8AC3E}">
        <p14:creationId xmlns:p14="http://schemas.microsoft.com/office/powerpoint/2010/main" val="217988228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4AA8AB3E-006B-AE4D-8B45-7B335DEDB2E5}"/>
              </a:ext>
            </a:extLst>
          </p:cNvPr>
          <p:cNvSpPr txBox="1">
            <a:spLocks/>
          </p:cNvSpPr>
          <p:nvPr/>
        </p:nvSpPr>
        <p:spPr>
          <a:xfrm>
            <a:off x="833432" y="360357"/>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n-US" dirty="0"/>
              <a:t>Time travel</a:t>
            </a:r>
          </a:p>
        </p:txBody>
      </p:sp>
      <p:sp>
        <p:nvSpPr>
          <p:cNvPr id="12" name="TextBox 11">
            <a:extLst>
              <a:ext uri="{FF2B5EF4-FFF2-40B4-BE49-F238E27FC236}">
                <a16:creationId xmlns:a16="http://schemas.microsoft.com/office/drawing/2014/main" id="{26510B25-365B-8549-8396-E133E653A931}"/>
              </a:ext>
            </a:extLst>
          </p:cNvPr>
          <p:cNvSpPr txBox="1"/>
          <p:nvPr/>
        </p:nvSpPr>
        <p:spPr>
          <a:xfrm>
            <a:off x="832184" y="1820508"/>
            <a:ext cx="1569660" cy="480131"/>
          </a:xfrm>
          <a:prstGeom prst="rect">
            <a:avLst/>
          </a:prstGeom>
          <a:noFill/>
        </p:spPr>
        <p:txBody>
          <a:bodyPr wrap="none" rtlCol="0">
            <a:spAutoFit/>
          </a:bodyPr>
          <a:lstStyle/>
          <a:p>
            <a:pPr marL="228600" indent="-228600">
              <a:lnSpc>
                <a:spcPct val="90000"/>
              </a:lnSpc>
              <a:spcBef>
                <a:spcPts val="1000"/>
              </a:spcBef>
              <a:buFont typeface="Arial" panose="020B0604020202020204" pitchFamily="34" charset="0"/>
              <a:buChar char="•"/>
            </a:pPr>
            <a:r>
              <a:rPr lang="en-US" sz="2800" dirty="0" err="1"/>
              <a:t>dddddd</a:t>
            </a:r>
            <a:endParaRPr lang="en-US" sz="2800" dirty="0"/>
          </a:p>
        </p:txBody>
      </p:sp>
    </p:spTree>
    <p:extLst>
      <p:ext uri="{BB962C8B-B14F-4D97-AF65-F5344CB8AC3E}">
        <p14:creationId xmlns:p14="http://schemas.microsoft.com/office/powerpoint/2010/main" val="2895856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4AA8AB3E-006B-AE4D-8B45-7B335DEDB2E5}"/>
              </a:ext>
            </a:extLst>
          </p:cNvPr>
          <p:cNvSpPr txBox="1">
            <a:spLocks/>
          </p:cNvSpPr>
          <p:nvPr/>
        </p:nvSpPr>
        <p:spPr>
          <a:xfrm>
            <a:off x="833432" y="360357"/>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n-US" dirty="0"/>
              <a:t>Commit message etiquette</a:t>
            </a:r>
          </a:p>
        </p:txBody>
      </p:sp>
      <p:sp>
        <p:nvSpPr>
          <p:cNvPr id="12" name="TextBox 11">
            <a:extLst>
              <a:ext uri="{FF2B5EF4-FFF2-40B4-BE49-F238E27FC236}">
                <a16:creationId xmlns:a16="http://schemas.microsoft.com/office/drawing/2014/main" id="{26510B25-365B-8549-8396-E133E653A931}"/>
              </a:ext>
            </a:extLst>
          </p:cNvPr>
          <p:cNvSpPr txBox="1"/>
          <p:nvPr/>
        </p:nvSpPr>
        <p:spPr>
          <a:xfrm>
            <a:off x="832184" y="1820508"/>
            <a:ext cx="11087394" cy="4480201"/>
          </a:xfrm>
          <a:prstGeom prst="rect">
            <a:avLst/>
          </a:prstGeom>
          <a:noFill/>
        </p:spPr>
        <p:txBody>
          <a:bodyPr wrap="none" rtlCol="0">
            <a:spAutoFit/>
          </a:bodyPr>
          <a:lstStyle/>
          <a:p>
            <a:pPr marL="228600" indent="-228600">
              <a:lnSpc>
                <a:spcPct val="90000"/>
              </a:lnSpc>
              <a:spcBef>
                <a:spcPts val="1000"/>
              </a:spcBef>
              <a:buFont typeface="Arial" panose="020B0604020202020204" pitchFamily="34" charset="0"/>
              <a:buChar char="•"/>
            </a:pPr>
            <a:r>
              <a:rPr lang="en-US" sz="2800" dirty="0"/>
              <a:t>Capitalize first letter</a:t>
            </a:r>
          </a:p>
          <a:p>
            <a:pPr marL="228600" indent="-228600">
              <a:lnSpc>
                <a:spcPct val="90000"/>
              </a:lnSpc>
              <a:spcBef>
                <a:spcPts val="1000"/>
              </a:spcBef>
              <a:buFont typeface="Arial" panose="020B0604020202020204" pitchFamily="34" charset="0"/>
              <a:buChar char="•"/>
            </a:pPr>
            <a:r>
              <a:rPr lang="en-US" sz="2800" dirty="0"/>
              <a:t>50 characters or less (Git's limit)</a:t>
            </a:r>
          </a:p>
          <a:p>
            <a:pPr marL="228600" indent="-228600">
              <a:lnSpc>
                <a:spcPct val="90000"/>
              </a:lnSpc>
              <a:spcBef>
                <a:spcPts val="1000"/>
              </a:spcBef>
              <a:buFont typeface="Arial" panose="020B0604020202020204" pitchFamily="34" charset="0"/>
              <a:buChar char="•"/>
            </a:pPr>
            <a:r>
              <a:rPr lang="en-US" sz="2800" dirty="0"/>
              <a:t>Don't add period at the end</a:t>
            </a:r>
          </a:p>
          <a:p>
            <a:pPr marL="228600" indent="-228600">
              <a:lnSpc>
                <a:spcPct val="90000"/>
              </a:lnSpc>
              <a:spcBef>
                <a:spcPts val="1000"/>
              </a:spcBef>
              <a:buFont typeface="Arial" panose="020B0604020202020204" pitchFamily="34" charset="0"/>
              <a:buChar char="•"/>
            </a:pPr>
            <a:r>
              <a:rPr lang="en-US" sz="2800" dirty="0"/>
              <a:t>No need to specify file name (can get from a command), but ...</a:t>
            </a:r>
          </a:p>
          <a:p>
            <a:pPr marL="228600" indent="-228600">
              <a:lnSpc>
                <a:spcPct val="90000"/>
              </a:lnSpc>
              <a:spcBef>
                <a:spcPts val="1000"/>
              </a:spcBef>
              <a:buFont typeface="Arial" panose="020B0604020202020204" pitchFamily="34" charset="0"/>
              <a:buChar char="•"/>
            </a:pPr>
            <a:r>
              <a:rPr lang="en-US" sz="2800" dirty="0"/>
              <a:t>Begin with file name to make subject easier to read within a list.</a:t>
            </a:r>
          </a:p>
          <a:p>
            <a:pPr marL="228600" indent="-228600">
              <a:lnSpc>
                <a:spcPct val="90000"/>
              </a:lnSpc>
              <a:spcBef>
                <a:spcPts val="1000"/>
              </a:spcBef>
              <a:buFont typeface="Arial" panose="020B0604020202020204" pitchFamily="34" charset="0"/>
              <a:buChar char="•"/>
            </a:pPr>
            <a:r>
              <a:rPr lang="en-US" sz="2800" dirty="0"/>
              <a:t>Use an imperative </a:t>
            </a:r>
            <a:r>
              <a:rPr lang="en-US" sz="2800" b="1" dirty="0"/>
              <a:t>present</a:t>
            </a:r>
            <a:r>
              <a:rPr lang="en-US" sz="2800" dirty="0"/>
              <a:t>  (not past or future) tense </a:t>
            </a:r>
            <a:r>
              <a:rPr lang="en-US" sz="2800" b="1" dirty="0"/>
              <a:t>action</a:t>
            </a:r>
            <a:r>
              <a:rPr lang="en-US" sz="2800" dirty="0"/>
              <a:t> verb such as </a:t>
            </a:r>
            <a:br>
              <a:rPr lang="en-US" sz="2800" dirty="0"/>
            </a:br>
            <a:r>
              <a:rPr lang="en-US" sz="2800" dirty="0"/>
              <a:t>"Add" (new) or "Update" (an existing item)</a:t>
            </a:r>
          </a:p>
          <a:p>
            <a:pPr marL="228600" indent="-228600">
              <a:lnSpc>
                <a:spcPct val="90000"/>
              </a:lnSpc>
              <a:spcBef>
                <a:spcPts val="1000"/>
              </a:spcBef>
              <a:buFont typeface="Arial" panose="020B0604020202020204" pitchFamily="34" charset="0"/>
              <a:buChar char="•"/>
            </a:pPr>
            <a:r>
              <a:rPr lang="en-US" sz="2800" dirty="0"/>
              <a:t>Explain </a:t>
            </a:r>
            <a:r>
              <a:rPr lang="en-US" sz="2800" b="1" dirty="0"/>
              <a:t>why (so that ... )</a:t>
            </a:r>
          </a:p>
          <a:p>
            <a:pPr marL="228600" indent="-228600">
              <a:lnSpc>
                <a:spcPct val="90000"/>
              </a:lnSpc>
              <a:spcBef>
                <a:spcPts val="1000"/>
              </a:spcBef>
              <a:buFont typeface="Arial" panose="020B0604020202020204" pitchFamily="34" charset="0"/>
              <a:buChar char="•"/>
            </a:pPr>
            <a:r>
              <a:rPr lang="en-US" sz="2800" dirty="0"/>
              <a:t>Use description to detail what and how</a:t>
            </a:r>
          </a:p>
        </p:txBody>
      </p:sp>
    </p:spTree>
    <p:extLst>
      <p:ext uri="{BB962C8B-B14F-4D97-AF65-F5344CB8AC3E}">
        <p14:creationId xmlns:p14="http://schemas.microsoft.com/office/powerpoint/2010/main" val="4271753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4AA8AB3E-006B-AE4D-8B45-7B335DEDB2E5}"/>
              </a:ext>
            </a:extLst>
          </p:cNvPr>
          <p:cNvSpPr txBox="1">
            <a:spLocks/>
          </p:cNvSpPr>
          <p:nvPr/>
        </p:nvSpPr>
        <p:spPr>
          <a:xfrm>
            <a:off x="833432" y="360357"/>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n-US" dirty="0"/>
              <a:t>Which is a good commit message? ???</a:t>
            </a:r>
          </a:p>
        </p:txBody>
      </p:sp>
      <p:sp>
        <p:nvSpPr>
          <p:cNvPr id="12" name="TextBox 11">
            <a:extLst>
              <a:ext uri="{FF2B5EF4-FFF2-40B4-BE49-F238E27FC236}">
                <a16:creationId xmlns:a16="http://schemas.microsoft.com/office/drawing/2014/main" id="{26510B25-365B-8549-8396-E133E653A931}"/>
              </a:ext>
            </a:extLst>
          </p:cNvPr>
          <p:cNvSpPr txBox="1"/>
          <p:nvPr/>
        </p:nvSpPr>
        <p:spPr>
          <a:xfrm>
            <a:off x="832184" y="1820508"/>
            <a:ext cx="11427231" cy="4480201"/>
          </a:xfrm>
          <a:prstGeom prst="rect">
            <a:avLst/>
          </a:prstGeom>
          <a:noFill/>
        </p:spPr>
        <p:txBody>
          <a:bodyPr wrap="none" rtlCol="0">
            <a:spAutoFit/>
          </a:bodyPr>
          <a:lstStyle/>
          <a:p>
            <a:pPr marL="514350" indent="-514350">
              <a:lnSpc>
                <a:spcPct val="90000"/>
              </a:lnSpc>
              <a:spcBef>
                <a:spcPts val="1000"/>
              </a:spcBef>
              <a:buFont typeface="+mj-lt"/>
              <a:buAutoNum type="alphaUcPeriod"/>
            </a:pPr>
            <a:r>
              <a:rPr lang="en-US" sz="2800" dirty="0"/>
              <a:t>Update README.md</a:t>
            </a:r>
          </a:p>
          <a:p>
            <a:pPr marL="514350" indent="-514350">
              <a:lnSpc>
                <a:spcPct val="90000"/>
              </a:lnSpc>
              <a:spcBef>
                <a:spcPts val="1000"/>
              </a:spcBef>
              <a:buFont typeface="+mj-lt"/>
              <a:buAutoNum type="alphaUcPeriod"/>
            </a:pPr>
            <a:r>
              <a:rPr lang="en-US" sz="2800" dirty="0"/>
              <a:t>To be or not to be :rocket: </a:t>
            </a:r>
          </a:p>
          <a:p>
            <a:pPr marL="514350" indent="-514350">
              <a:lnSpc>
                <a:spcPct val="90000"/>
              </a:lnSpc>
              <a:spcBef>
                <a:spcPts val="1000"/>
              </a:spcBef>
              <a:buFont typeface="+mj-lt"/>
              <a:buAutoNum type="alphaUcPeriod"/>
            </a:pPr>
            <a:r>
              <a:rPr lang="en-US" sz="2800" dirty="0"/>
              <a:t>Change </a:t>
            </a:r>
          </a:p>
          <a:p>
            <a:pPr marL="514350" indent="-514350">
              <a:lnSpc>
                <a:spcPct val="90000"/>
              </a:lnSpc>
              <a:spcBef>
                <a:spcPts val="1000"/>
              </a:spcBef>
              <a:buFont typeface="+mj-lt"/>
              <a:buAutoNum type="alphaUcPeriod"/>
            </a:pPr>
            <a:r>
              <a:rPr lang="en-US" sz="2800" dirty="0"/>
              <a:t>No need to specify file name (can get from a command), but ...</a:t>
            </a:r>
          </a:p>
          <a:p>
            <a:pPr marL="514350" indent="-514350">
              <a:lnSpc>
                <a:spcPct val="90000"/>
              </a:lnSpc>
              <a:spcBef>
                <a:spcPts val="1000"/>
              </a:spcBef>
              <a:buFont typeface="+mj-lt"/>
              <a:buAutoNum type="alphaUcPeriod"/>
            </a:pPr>
            <a:r>
              <a:rPr lang="en-US" sz="2800" dirty="0"/>
              <a:t>Begin with file name to make subject easier to read within a list.</a:t>
            </a:r>
          </a:p>
          <a:p>
            <a:pPr marL="514350" indent="-514350">
              <a:lnSpc>
                <a:spcPct val="90000"/>
              </a:lnSpc>
              <a:spcBef>
                <a:spcPts val="1000"/>
              </a:spcBef>
              <a:buFont typeface="+mj-lt"/>
              <a:buAutoNum type="alphaUcPeriod"/>
            </a:pPr>
            <a:r>
              <a:rPr lang="en-US" sz="2800" dirty="0"/>
              <a:t>Use an imperative </a:t>
            </a:r>
            <a:r>
              <a:rPr lang="en-US" sz="2800" b="1" dirty="0"/>
              <a:t>present</a:t>
            </a:r>
            <a:r>
              <a:rPr lang="en-US" sz="2800" dirty="0"/>
              <a:t>  (not past or future) tense </a:t>
            </a:r>
            <a:r>
              <a:rPr lang="en-US" sz="2800" b="1" dirty="0"/>
              <a:t>action</a:t>
            </a:r>
            <a:r>
              <a:rPr lang="en-US" sz="2800" dirty="0"/>
              <a:t> verb such as </a:t>
            </a:r>
            <a:br>
              <a:rPr lang="en-US" sz="2800" dirty="0"/>
            </a:br>
            <a:r>
              <a:rPr lang="en-US" sz="2800" dirty="0"/>
              <a:t>"Add" (new) or "Update" (an existing item)</a:t>
            </a:r>
          </a:p>
          <a:p>
            <a:pPr marL="514350" indent="-514350">
              <a:lnSpc>
                <a:spcPct val="90000"/>
              </a:lnSpc>
              <a:spcBef>
                <a:spcPts val="1000"/>
              </a:spcBef>
              <a:buFont typeface="+mj-lt"/>
              <a:buAutoNum type="alphaUcPeriod"/>
            </a:pPr>
            <a:r>
              <a:rPr lang="en-US" sz="2800" dirty="0"/>
              <a:t>Explain </a:t>
            </a:r>
            <a:r>
              <a:rPr lang="en-US" sz="2800" b="1" dirty="0"/>
              <a:t>why (so that ... )</a:t>
            </a:r>
          </a:p>
          <a:p>
            <a:pPr marL="514350" indent="-514350">
              <a:lnSpc>
                <a:spcPct val="90000"/>
              </a:lnSpc>
              <a:spcBef>
                <a:spcPts val="1000"/>
              </a:spcBef>
              <a:buFont typeface="+mj-lt"/>
              <a:buAutoNum type="alphaUcPeriod"/>
            </a:pPr>
            <a:r>
              <a:rPr lang="en-US" sz="2800" dirty="0"/>
              <a:t>Use description to detail what and how</a:t>
            </a:r>
          </a:p>
        </p:txBody>
      </p:sp>
    </p:spTree>
    <p:extLst>
      <p:ext uri="{BB962C8B-B14F-4D97-AF65-F5344CB8AC3E}">
        <p14:creationId xmlns:p14="http://schemas.microsoft.com/office/powerpoint/2010/main" val="1114276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8610F3A-904B-6643-AA5E-14D3D6040EAF}"/>
              </a:ext>
            </a:extLst>
          </p:cNvPr>
          <p:cNvSpPr txBox="1"/>
          <p:nvPr/>
        </p:nvSpPr>
        <p:spPr>
          <a:xfrm>
            <a:off x="1544723" y="746381"/>
            <a:ext cx="1455848" cy="646331"/>
          </a:xfrm>
          <a:prstGeom prst="rect">
            <a:avLst/>
          </a:prstGeom>
          <a:noFill/>
        </p:spPr>
        <p:txBody>
          <a:bodyPr wrap="none" rtlCol="0">
            <a:spAutoFit/>
          </a:bodyPr>
          <a:lstStyle/>
          <a:p>
            <a:r>
              <a:rPr lang="en-US" sz="3600" b="1" u="sng" dirty="0">
                <a:ea typeface="Open Sans Light" panose="020B0306030504020204" pitchFamily="34" charset="0"/>
                <a:cs typeface="Open Sans Light" panose="020B0306030504020204" pitchFamily="34" charset="0"/>
              </a:rPr>
              <a:t>Merge</a:t>
            </a:r>
          </a:p>
        </p:txBody>
      </p:sp>
      <p:sp>
        <p:nvSpPr>
          <p:cNvPr id="5" name="TextBox 4">
            <a:extLst>
              <a:ext uri="{FF2B5EF4-FFF2-40B4-BE49-F238E27FC236}">
                <a16:creationId xmlns:a16="http://schemas.microsoft.com/office/drawing/2014/main" id="{D77E1462-E399-1F4C-BF79-D4853438E0DA}"/>
              </a:ext>
            </a:extLst>
          </p:cNvPr>
          <p:cNvSpPr txBox="1"/>
          <p:nvPr/>
        </p:nvSpPr>
        <p:spPr>
          <a:xfrm>
            <a:off x="6565139" y="748405"/>
            <a:ext cx="1629549" cy="646331"/>
          </a:xfrm>
          <a:prstGeom prst="rect">
            <a:avLst/>
          </a:prstGeom>
          <a:noFill/>
        </p:spPr>
        <p:txBody>
          <a:bodyPr wrap="none" rtlCol="0">
            <a:spAutoFit/>
          </a:bodyPr>
          <a:lstStyle/>
          <a:p>
            <a:r>
              <a:rPr lang="en-US" sz="3600" b="1" u="sng" dirty="0">
                <a:ea typeface="Open Sans Light" panose="020B0306030504020204" pitchFamily="34" charset="0"/>
                <a:cs typeface="Open Sans Light" panose="020B0306030504020204" pitchFamily="34" charset="0"/>
              </a:rPr>
              <a:t>Rebase</a:t>
            </a:r>
          </a:p>
        </p:txBody>
      </p:sp>
      <p:sp>
        <p:nvSpPr>
          <p:cNvPr id="4" name="TextBox 3">
            <a:extLst>
              <a:ext uri="{FF2B5EF4-FFF2-40B4-BE49-F238E27FC236}">
                <a16:creationId xmlns:a16="http://schemas.microsoft.com/office/drawing/2014/main" id="{CA03A3BF-87CB-B14A-8951-086385538C67}"/>
              </a:ext>
            </a:extLst>
          </p:cNvPr>
          <p:cNvSpPr txBox="1"/>
          <p:nvPr/>
        </p:nvSpPr>
        <p:spPr>
          <a:xfrm>
            <a:off x="1264357" y="1639711"/>
            <a:ext cx="2920992" cy="523220"/>
          </a:xfrm>
          <a:prstGeom prst="rect">
            <a:avLst/>
          </a:prstGeom>
          <a:noFill/>
        </p:spPr>
        <p:txBody>
          <a:bodyPr wrap="none" rtlCol="0">
            <a:spAutoFit/>
          </a:bodyPr>
          <a:lstStyle/>
          <a:p>
            <a:r>
              <a:rPr lang="en-US" sz="2800" dirty="0">
                <a:ea typeface="Open Sans Light" panose="020B0306030504020204" pitchFamily="34" charset="0"/>
                <a:cs typeface="Open Sans Light" panose="020B0306030504020204" pitchFamily="34" charset="0"/>
              </a:rPr>
              <a:t>* Default behavior</a:t>
            </a:r>
          </a:p>
        </p:txBody>
      </p:sp>
      <p:sp>
        <p:nvSpPr>
          <p:cNvPr id="7" name="TextBox 6">
            <a:extLst>
              <a:ext uri="{FF2B5EF4-FFF2-40B4-BE49-F238E27FC236}">
                <a16:creationId xmlns:a16="http://schemas.microsoft.com/office/drawing/2014/main" id="{2194D536-FD84-F144-9E77-4633A78454C7}"/>
              </a:ext>
            </a:extLst>
          </p:cNvPr>
          <p:cNvSpPr txBox="1"/>
          <p:nvPr/>
        </p:nvSpPr>
        <p:spPr>
          <a:xfrm>
            <a:off x="1264356" y="2173191"/>
            <a:ext cx="4354077" cy="523220"/>
          </a:xfrm>
          <a:prstGeom prst="rect">
            <a:avLst/>
          </a:prstGeom>
          <a:noFill/>
        </p:spPr>
        <p:txBody>
          <a:bodyPr wrap="none" rtlCol="0">
            <a:spAutoFit/>
          </a:bodyPr>
          <a:lstStyle/>
          <a:p>
            <a:r>
              <a:rPr lang="en-US" sz="2800" dirty="0">
                <a:ea typeface="Open Sans Light" panose="020B0306030504020204" pitchFamily="34" charset="0"/>
                <a:cs typeface="Open Sans Light" panose="020B0306030504020204" pitchFamily="34" charset="0"/>
              </a:rPr>
              <a:t>* Does not remove commits</a:t>
            </a:r>
          </a:p>
        </p:txBody>
      </p:sp>
      <p:sp>
        <p:nvSpPr>
          <p:cNvPr id="8" name="TextBox 7">
            <a:extLst>
              <a:ext uri="{FF2B5EF4-FFF2-40B4-BE49-F238E27FC236}">
                <a16:creationId xmlns:a16="http://schemas.microsoft.com/office/drawing/2014/main" id="{764207FF-C2F5-2A43-8C74-F5E9CD0F1BD7}"/>
              </a:ext>
            </a:extLst>
          </p:cNvPr>
          <p:cNvSpPr txBox="1"/>
          <p:nvPr/>
        </p:nvSpPr>
        <p:spPr>
          <a:xfrm>
            <a:off x="6343534" y="2173191"/>
            <a:ext cx="4135491" cy="523220"/>
          </a:xfrm>
          <a:prstGeom prst="rect">
            <a:avLst/>
          </a:prstGeom>
          <a:noFill/>
        </p:spPr>
        <p:txBody>
          <a:bodyPr wrap="none" rtlCol="0">
            <a:spAutoFit/>
          </a:bodyPr>
          <a:lstStyle/>
          <a:p>
            <a:r>
              <a:rPr lang="en-US" sz="2800" dirty="0">
                <a:ea typeface="Open Sans Light" panose="020B0306030504020204" pitchFamily="34" charset="0"/>
                <a:cs typeface="Open Sans Light" panose="020B0306030504020204" pitchFamily="34" charset="0"/>
              </a:rPr>
              <a:t>* Removes commit history</a:t>
            </a:r>
          </a:p>
        </p:txBody>
      </p:sp>
      <p:sp>
        <p:nvSpPr>
          <p:cNvPr id="10" name="TextBox 9">
            <a:extLst>
              <a:ext uri="{FF2B5EF4-FFF2-40B4-BE49-F238E27FC236}">
                <a16:creationId xmlns:a16="http://schemas.microsoft.com/office/drawing/2014/main" id="{F7D620B1-F092-5F47-A5CA-C6398560A48B}"/>
              </a:ext>
            </a:extLst>
          </p:cNvPr>
          <p:cNvSpPr txBox="1"/>
          <p:nvPr/>
        </p:nvSpPr>
        <p:spPr>
          <a:xfrm>
            <a:off x="1264357" y="4327105"/>
            <a:ext cx="3926781" cy="523220"/>
          </a:xfrm>
          <a:prstGeom prst="rect">
            <a:avLst/>
          </a:prstGeom>
          <a:noFill/>
        </p:spPr>
        <p:txBody>
          <a:bodyPr wrap="none" rtlCol="0">
            <a:spAutoFit/>
          </a:bodyPr>
          <a:lstStyle/>
          <a:p>
            <a:r>
              <a:rPr lang="en-US" sz="2800" dirty="0">
                <a:ea typeface="Open Sans Light" panose="020B0306030504020204" pitchFamily="34" charset="0"/>
                <a:cs typeface="Open Sans Light" panose="020B0306030504020204" pitchFamily="34" charset="0"/>
              </a:rPr>
              <a:t>* Use for </a:t>
            </a:r>
            <a:r>
              <a:rPr lang="en-US" sz="2800" b="1" dirty="0">
                <a:ea typeface="Open Sans" panose="020B0606030504020204" pitchFamily="34" charset="0"/>
                <a:cs typeface="Open Sans" panose="020B0606030504020204" pitchFamily="34" charset="0"/>
              </a:rPr>
              <a:t>public</a:t>
            </a:r>
            <a:r>
              <a:rPr lang="en-US" sz="2800" dirty="0">
                <a:ea typeface="Open Sans Light" panose="020B0306030504020204" pitchFamily="34" charset="0"/>
                <a:cs typeface="Open Sans Light" panose="020B0306030504020204" pitchFamily="34" charset="0"/>
              </a:rPr>
              <a:t> branches</a:t>
            </a:r>
          </a:p>
        </p:txBody>
      </p:sp>
      <p:sp>
        <p:nvSpPr>
          <p:cNvPr id="11" name="TextBox 10">
            <a:extLst>
              <a:ext uri="{FF2B5EF4-FFF2-40B4-BE49-F238E27FC236}">
                <a16:creationId xmlns:a16="http://schemas.microsoft.com/office/drawing/2014/main" id="{3CF1E52A-5AED-204F-A78C-C62A762C707A}"/>
              </a:ext>
            </a:extLst>
          </p:cNvPr>
          <p:cNvSpPr txBox="1"/>
          <p:nvPr/>
        </p:nvSpPr>
        <p:spPr>
          <a:xfrm>
            <a:off x="6343533" y="4327105"/>
            <a:ext cx="4087081" cy="523220"/>
          </a:xfrm>
          <a:prstGeom prst="rect">
            <a:avLst/>
          </a:prstGeom>
          <a:noFill/>
        </p:spPr>
        <p:txBody>
          <a:bodyPr wrap="none" rtlCol="0">
            <a:spAutoFit/>
          </a:bodyPr>
          <a:lstStyle/>
          <a:p>
            <a:r>
              <a:rPr lang="en-US" sz="2800" dirty="0">
                <a:ea typeface="Open Sans Light" panose="020B0306030504020204" pitchFamily="34" charset="0"/>
                <a:cs typeface="Open Sans Light" panose="020B0306030504020204" pitchFamily="34" charset="0"/>
              </a:rPr>
              <a:t>* Use for </a:t>
            </a:r>
            <a:r>
              <a:rPr lang="en-US" sz="2800" b="1" dirty="0">
                <a:ea typeface="Open Sans" panose="020B0606030504020204" pitchFamily="34" charset="0"/>
                <a:cs typeface="Open Sans" panose="020B0606030504020204" pitchFamily="34" charset="0"/>
              </a:rPr>
              <a:t>private</a:t>
            </a:r>
            <a:r>
              <a:rPr lang="en-US" sz="2800" dirty="0">
                <a:ea typeface="Open Sans Light" panose="020B0306030504020204" pitchFamily="34" charset="0"/>
                <a:cs typeface="Open Sans Light" panose="020B0306030504020204" pitchFamily="34" charset="0"/>
              </a:rPr>
              <a:t> branches</a:t>
            </a:r>
          </a:p>
        </p:txBody>
      </p:sp>
      <p:sp>
        <p:nvSpPr>
          <p:cNvPr id="12" name="TextBox 11">
            <a:extLst>
              <a:ext uri="{FF2B5EF4-FFF2-40B4-BE49-F238E27FC236}">
                <a16:creationId xmlns:a16="http://schemas.microsoft.com/office/drawing/2014/main" id="{19AD67BE-FD14-DC47-80AE-48AFC23F9AC3}"/>
              </a:ext>
            </a:extLst>
          </p:cNvPr>
          <p:cNvSpPr txBox="1"/>
          <p:nvPr/>
        </p:nvSpPr>
        <p:spPr>
          <a:xfrm>
            <a:off x="1264357" y="3240151"/>
            <a:ext cx="2424446" cy="523220"/>
          </a:xfrm>
          <a:prstGeom prst="rect">
            <a:avLst/>
          </a:prstGeom>
          <a:noFill/>
        </p:spPr>
        <p:txBody>
          <a:bodyPr wrap="none" rtlCol="0">
            <a:spAutoFit/>
          </a:bodyPr>
          <a:lstStyle/>
          <a:p>
            <a:r>
              <a:rPr lang="en-US" sz="2800" dirty="0">
                <a:ea typeface="Open Sans Light" panose="020B0306030504020204" pitchFamily="34" charset="0"/>
                <a:cs typeface="Open Sans Light" panose="020B0306030504020204" pitchFamily="34" charset="0"/>
              </a:rPr>
              <a:t>* Complex tree</a:t>
            </a:r>
          </a:p>
        </p:txBody>
      </p:sp>
      <p:sp>
        <p:nvSpPr>
          <p:cNvPr id="13" name="TextBox 12">
            <a:extLst>
              <a:ext uri="{FF2B5EF4-FFF2-40B4-BE49-F238E27FC236}">
                <a16:creationId xmlns:a16="http://schemas.microsoft.com/office/drawing/2014/main" id="{5D7019A7-7B56-DB40-829F-7E8438EEA5DD}"/>
              </a:ext>
            </a:extLst>
          </p:cNvPr>
          <p:cNvSpPr txBox="1"/>
          <p:nvPr/>
        </p:nvSpPr>
        <p:spPr>
          <a:xfrm>
            <a:off x="6343534" y="3240151"/>
            <a:ext cx="3190682" cy="523220"/>
          </a:xfrm>
          <a:prstGeom prst="rect">
            <a:avLst/>
          </a:prstGeom>
          <a:noFill/>
        </p:spPr>
        <p:txBody>
          <a:bodyPr wrap="none" rtlCol="0">
            <a:spAutoFit/>
          </a:bodyPr>
          <a:lstStyle/>
          <a:p>
            <a:r>
              <a:rPr lang="en-US" sz="2800" dirty="0">
                <a:ea typeface="Open Sans Light" panose="020B0306030504020204" pitchFamily="34" charset="0"/>
                <a:cs typeface="Open Sans Light" panose="020B0306030504020204" pitchFamily="34" charset="0"/>
              </a:rPr>
              <a:t>* Cleaner </a:t>
            </a:r>
            <a:r>
              <a:rPr lang="en-US" sz="2800" b="1" dirty="0">
                <a:ea typeface="Open Sans" panose="020B0606030504020204" pitchFamily="34" charset="0"/>
                <a:cs typeface="Open Sans" panose="020B0606030504020204" pitchFamily="34" charset="0"/>
              </a:rPr>
              <a:t>linear</a:t>
            </a:r>
            <a:r>
              <a:rPr lang="en-US" sz="2800" dirty="0">
                <a:ea typeface="Open Sans Light" panose="020B0306030504020204" pitchFamily="34" charset="0"/>
                <a:cs typeface="Open Sans Light" panose="020B0306030504020204" pitchFamily="34" charset="0"/>
              </a:rPr>
              <a:t> tree</a:t>
            </a:r>
          </a:p>
        </p:txBody>
      </p:sp>
      <p:sp>
        <p:nvSpPr>
          <p:cNvPr id="14" name="TextBox 13">
            <a:extLst>
              <a:ext uri="{FF2B5EF4-FFF2-40B4-BE49-F238E27FC236}">
                <a16:creationId xmlns:a16="http://schemas.microsoft.com/office/drawing/2014/main" id="{137D3E26-A03C-B446-8EB6-7DD6F4FDF962}"/>
              </a:ext>
            </a:extLst>
          </p:cNvPr>
          <p:cNvSpPr txBox="1"/>
          <p:nvPr/>
        </p:nvSpPr>
        <p:spPr>
          <a:xfrm>
            <a:off x="1264357" y="3773631"/>
            <a:ext cx="4873450" cy="523220"/>
          </a:xfrm>
          <a:prstGeom prst="rect">
            <a:avLst/>
          </a:prstGeom>
          <a:noFill/>
        </p:spPr>
        <p:txBody>
          <a:bodyPr wrap="none" rtlCol="0">
            <a:spAutoFit/>
          </a:bodyPr>
          <a:lstStyle/>
          <a:p>
            <a:r>
              <a:rPr lang="en-US" sz="2800" dirty="0">
                <a:ea typeface="Open Sans Light" panose="020B0306030504020204" pitchFamily="34" charset="0"/>
                <a:cs typeface="Open Sans Light" panose="020B0306030504020204" pitchFamily="34" charset="0"/>
              </a:rPr>
              <a:t>* Fast forward to a new commit</a:t>
            </a:r>
          </a:p>
        </p:txBody>
      </p:sp>
      <p:sp>
        <p:nvSpPr>
          <p:cNvPr id="15" name="TextBox 14">
            <a:extLst>
              <a:ext uri="{FF2B5EF4-FFF2-40B4-BE49-F238E27FC236}">
                <a16:creationId xmlns:a16="http://schemas.microsoft.com/office/drawing/2014/main" id="{B7A74E1B-1235-D84B-A61B-DA339B5746B6}"/>
              </a:ext>
            </a:extLst>
          </p:cNvPr>
          <p:cNvSpPr txBox="1"/>
          <p:nvPr/>
        </p:nvSpPr>
        <p:spPr>
          <a:xfrm>
            <a:off x="6343534" y="3773631"/>
            <a:ext cx="4972836" cy="523220"/>
          </a:xfrm>
          <a:prstGeom prst="rect">
            <a:avLst/>
          </a:prstGeom>
          <a:noFill/>
        </p:spPr>
        <p:txBody>
          <a:bodyPr wrap="none" rtlCol="0">
            <a:spAutoFit/>
          </a:bodyPr>
          <a:lstStyle/>
          <a:p>
            <a:r>
              <a:rPr lang="en-US" sz="2800" dirty="0">
                <a:ea typeface="Open Sans Light" panose="020B0306030504020204" pitchFamily="34" charset="0"/>
                <a:cs typeface="Open Sans Light" panose="020B0306030504020204" pitchFamily="34" charset="0"/>
              </a:rPr>
              <a:t>* New commits created for each</a:t>
            </a:r>
          </a:p>
        </p:txBody>
      </p:sp>
      <p:sp>
        <p:nvSpPr>
          <p:cNvPr id="16" name="TextBox 15">
            <a:extLst>
              <a:ext uri="{FF2B5EF4-FFF2-40B4-BE49-F238E27FC236}">
                <a16:creationId xmlns:a16="http://schemas.microsoft.com/office/drawing/2014/main" id="{53F38698-C3DD-324A-BCEA-3E9662ABAD2A}"/>
              </a:ext>
            </a:extLst>
          </p:cNvPr>
          <p:cNvSpPr txBox="1"/>
          <p:nvPr/>
        </p:nvSpPr>
        <p:spPr>
          <a:xfrm>
            <a:off x="1264357" y="2716668"/>
            <a:ext cx="4253985" cy="523220"/>
          </a:xfrm>
          <a:prstGeom prst="rect">
            <a:avLst/>
          </a:prstGeom>
          <a:noFill/>
        </p:spPr>
        <p:txBody>
          <a:bodyPr wrap="none" rtlCol="0">
            <a:spAutoFit/>
          </a:bodyPr>
          <a:lstStyle/>
          <a:p>
            <a:r>
              <a:rPr lang="en-US" sz="2800" dirty="0">
                <a:ea typeface="Open Sans Light" panose="020B0306030504020204" pitchFamily="34" charset="0"/>
                <a:cs typeface="Open Sans Light" panose="020B0306030504020204" pitchFamily="34" charset="0"/>
              </a:rPr>
              <a:t>* Retains previous commits</a:t>
            </a:r>
          </a:p>
        </p:txBody>
      </p:sp>
      <p:sp>
        <p:nvSpPr>
          <p:cNvPr id="17" name="TextBox 16">
            <a:extLst>
              <a:ext uri="{FF2B5EF4-FFF2-40B4-BE49-F238E27FC236}">
                <a16:creationId xmlns:a16="http://schemas.microsoft.com/office/drawing/2014/main" id="{4D3C21E3-28F2-0C4C-A036-2F001C657C7B}"/>
              </a:ext>
            </a:extLst>
          </p:cNvPr>
          <p:cNvSpPr txBox="1"/>
          <p:nvPr/>
        </p:nvSpPr>
        <p:spPr>
          <a:xfrm>
            <a:off x="6343534" y="2716668"/>
            <a:ext cx="5134162" cy="523220"/>
          </a:xfrm>
          <a:prstGeom prst="rect">
            <a:avLst/>
          </a:prstGeom>
          <a:noFill/>
        </p:spPr>
        <p:txBody>
          <a:bodyPr wrap="none" rtlCol="0">
            <a:spAutoFit/>
          </a:bodyPr>
          <a:lstStyle/>
          <a:p>
            <a:r>
              <a:rPr lang="en-US" sz="2800" dirty="0">
                <a:ea typeface="Open Sans Light" panose="020B0306030504020204" pitchFamily="34" charset="0"/>
                <a:cs typeface="Open Sans Light" panose="020B0306030504020204" pitchFamily="34" charset="0"/>
              </a:rPr>
              <a:t>* Replaces intermediate commits</a:t>
            </a:r>
          </a:p>
        </p:txBody>
      </p:sp>
    </p:spTree>
    <p:extLst>
      <p:ext uri="{BB962C8B-B14F-4D97-AF65-F5344CB8AC3E}">
        <p14:creationId xmlns:p14="http://schemas.microsoft.com/office/powerpoint/2010/main" val="4157807142"/>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Part 2</a:t>
            </a:r>
          </a:p>
        </p:txBody>
      </p:sp>
      <p:sp>
        <p:nvSpPr>
          <p:cNvPr id="3" name="Subtitle 2"/>
          <p:cNvSpPr>
            <a:spLocks noGrp="1"/>
          </p:cNvSpPr>
          <p:nvPr>
            <p:ph type="subTitle" idx="1"/>
          </p:nvPr>
        </p:nvSpPr>
        <p:spPr/>
        <p:txBody>
          <a:bodyPr/>
          <a:lstStyle/>
          <a:p>
            <a:r>
              <a:rPr lang="en-US" dirty="0"/>
              <a:t>IDE vs. command line</a:t>
            </a:r>
          </a:p>
        </p:txBody>
      </p:sp>
    </p:spTree>
    <p:extLst>
      <p:ext uri="{BB962C8B-B14F-4D97-AF65-F5344CB8AC3E}">
        <p14:creationId xmlns:p14="http://schemas.microsoft.com/office/powerpoint/2010/main" val="16948918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2">
            <a:extLst>
              <a:ext uri="{FF2B5EF4-FFF2-40B4-BE49-F238E27FC236}">
                <a16:creationId xmlns:a16="http://schemas.microsoft.com/office/drawing/2014/main" id="{3EDBEC49-F0BD-F14F-9C5A-9DE570AFD034}"/>
              </a:ext>
            </a:extLst>
          </p:cNvPr>
          <p:cNvSpPr>
            <a:spLocks noGrp="1"/>
          </p:cNvSpPr>
          <p:nvPr>
            <p:ph type="title"/>
          </p:nvPr>
        </p:nvSpPr>
        <p:spPr>
          <a:xfrm>
            <a:off x="838200" y="365125"/>
            <a:ext cx="10515600" cy="1325563"/>
          </a:xfrm>
        </p:spPr>
        <p:txBody>
          <a:bodyPr/>
          <a:lstStyle/>
          <a:p>
            <a:r>
              <a:rPr lang="en-US" dirty="0" err="1"/>
              <a:t>About.GitLab.com</a:t>
            </a:r>
            <a:endParaRPr lang="en-US" dirty="0"/>
          </a:p>
        </p:txBody>
      </p:sp>
      <p:pic>
        <p:nvPicPr>
          <p:cNvPr id="9" name="Picture 8">
            <a:extLst>
              <a:ext uri="{FF2B5EF4-FFF2-40B4-BE49-F238E27FC236}">
                <a16:creationId xmlns:a16="http://schemas.microsoft.com/office/drawing/2014/main" id="{A75A24DD-9EB0-DD4F-AAE6-89324044641F}"/>
              </a:ext>
            </a:extLst>
          </p:cNvPr>
          <p:cNvPicPr>
            <a:picLocks noChangeAspect="1"/>
          </p:cNvPicPr>
          <p:nvPr/>
        </p:nvPicPr>
        <p:blipFill>
          <a:blip r:embed="rId3"/>
          <a:stretch>
            <a:fillRect/>
          </a:stretch>
        </p:blipFill>
        <p:spPr>
          <a:xfrm>
            <a:off x="0" y="0"/>
            <a:ext cx="12192000" cy="6486016"/>
          </a:xfrm>
          <a:prstGeom prst="rect">
            <a:avLst/>
          </a:prstGeom>
        </p:spPr>
      </p:pic>
    </p:spTree>
    <p:extLst>
      <p:ext uri="{BB962C8B-B14F-4D97-AF65-F5344CB8AC3E}">
        <p14:creationId xmlns:p14="http://schemas.microsoft.com/office/powerpoint/2010/main" val="271658921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riangle 17">
            <a:extLst>
              <a:ext uri="{FF2B5EF4-FFF2-40B4-BE49-F238E27FC236}">
                <a16:creationId xmlns:a16="http://schemas.microsoft.com/office/drawing/2014/main" id="{55FABB0D-ED23-8C45-87FC-A64EA14DD33E}"/>
              </a:ext>
            </a:extLst>
          </p:cNvPr>
          <p:cNvSpPr/>
          <p:nvPr/>
        </p:nvSpPr>
        <p:spPr>
          <a:xfrm rot="5400000">
            <a:off x="11741814" y="6513211"/>
            <a:ext cx="290286" cy="179463"/>
          </a:xfrm>
          <a:prstGeom prst="triangl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pic>
        <p:nvPicPr>
          <p:cNvPr id="3" name="Picture 2">
            <a:extLst>
              <a:ext uri="{FF2B5EF4-FFF2-40B4-BE49-F238E27FC236}">
                <a16:creationId xmlns:a16="http://schemas.microsoft.com/office/drawing/2014/main" id="{4E6B6A50-BDE8-1B4E-944B-935F95259E6B}"/>
              </a:ext>
            </a:extLst>
          </p:cNvPr>
          <p:cNvPicPr>
            <a:picLocks noChangeAspect="1"/>
          </p:cNvPicPr>
          <p:nvPr/>
        </p:nvPicPr>
        <p:blipFill>
          <a:blip r:embed="rId3"/>
          <a:stretch>
            <a:fillRect/>
          </a:stretch>
        </p:blipFill>
        <p:spPr>
          <a:xfrm>
            <a:off x="943207" y="875680"/>
            <a:ext cx="10439400" cy="1092200"/>
          </a:xfrm>
          <a:prstGeom prst="rect">
            <a:avLst/>
          </a:prstGeom>
        </p:spPr>
      </p:pic>
    </p:spTree>
    <p:extLst>
      <p:ext uri="{BB962C8B-B14F-4D97-AF65-F5344CB8AC3E}">
        <p14:creationId xmlns:p14="http://schemas.microsoft.com/office/powerpoint/2010/main" val="3903851684"/>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orbel">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41389</TotalTime>
  <Words>3062</Words>
  <Application>Microsoft Macintosh PowerPoint</Application>
  <PresentationFormat>Widescreen</PresentationFormat>
  <Paragraphs>493</Paragraphs>
  <Slides>39</Slides>
  <Notes>39</Notes>
  <HiddenSlides>3</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39</vt:i4>
      </vt:variant>
    </vt:vector>
  </HeadingPairs>
  <TitlesOfParts>
    <vt:vector size="48" baseType="lpstr">
      <vt:lpstr>MS Mincho</vt:lpstr>
      <vt:lpstr>ＭＳ Ｐゴシック</vt:lpstr>
      <vt:lpstr>Arial</vt:lpstr>
      <vt:lpstr>Calibri</vt:lpstr>
      <vt:lpstr>Corbel</vt:lpstr>
      <vt:lpstr>Courier New</vt:lpstr>
      <vt:lpstr>Open Sans</vt:lpstr>
      <vt:lpstr>Open Sans Light</vt:lpstr>
      <vt:lpstr>Office Theme</vt:lpstr>
      <vt:lpstr>Confident Git</vt:lpstr>
      <vt:lpstr>Wilson Mar</vt:lpstr>
      <vt:lpstr>PowerPoint Presentation</vt:lpstr>
      <vt:lpstr>PowerPoint Presentation</vt:lpstr>
      <vt:lpstr>PowerPoint Presentation</vt:lpstr>
      <vt:lpstr>PowerPoint Presentation</vt:lpstr>
      <vt:lpstr>PowerPoint Presentation</vt:lpstr>
      <vt:lpstr>Why this course vs. others?</vt:lpstr>
      <vt:lpstr>PowerPoint Presentation</vt:lpstr>
      <vt:lpstr>PowerPoint Presentation</vt:lpstr>
      <vt:lpstr>PowerPoint Presentation</vt:lpstr>
      <vt:lpstr>PowerPoint Presentation</vt:lpstr>
      <vt:lpstr>Part 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Part 2</vt:lpstr>
      <vt:lpstr>PowerPoint Presentation</vt:lpstr>
      <vt:lpstr>PowerPoint Presentation</vt:lpstr>
      <vt:lpstr>PowerPoint Presentation</vt:lpstr>
      <vt:lpstr>PowerPoint Presentation</vt:lpstr>
      <vt:lpstr>Git client installation</vt:lpstr>
      <vt:lpstr>Part 1</vt:lpstr>
      <vt:lpstr>PowerPoint Presentation</vt:lpstr>
      <vt:lpstr>PowerPoint Presentation</vt:lpstr>
      <vt:lpstr>PowerPoint Presentation</vt:lpstr>
      <vt:lpstr>PowerPoint Presentation</vt:lpstr>
      <vt:lpstr>PowerPoint Presentation</vt:lpstr>
      <vt:lpstr>PowerPoint Presentation</vt:lpstr>
      <vt:lpstr>Part 2</vt:lpstr>
      <vt:lpstr>About.GitLab.com</vt:lpstr>
      <vt:lpstr>PowerPoint Presentation</vt:lpstr>
    </vt:vector>
  </TitlesOfParts>
  <Manager/>
  <Company/>
  <LinksUpToDate>false</LinksUpToDate>
  <SharedDoc>false</SharedDoc>
  <HyperlinkBase/>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WilsonMar@gmail.com</dc:creator>
  <cp:keywords/>
  <dc:description/>
  <cp:lastModifiedBy>Wilson Mar</cp:lastModifiedBy>
  <cp:revision>535</cp:revision>
  <dcterms:created xsi:type="dcterms:W3CDTF">2018-03-08T17:31:39Z</dcterms:created>
  <dcterms:modified xsi:type="dcterms:W3CDTF">2018-10-18T10:08:26Z</dcterms:modified>
  <cp:category/>
</cp:coreProperties>
</file>